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8" r:id="rId1"/>
  </p:sldMasterIdLst>
  <p:notesMasterIdLst>
    <p:notesMasterId r:id="rId23"/>
  </p:notesMasterIdLst>
  <p:handoutMasterIdLst>
    <p:handoutMasterId r:id="rId24"/>
  </p:handoutMasterIdLst>
  <p:sldIdLst>
    <p:sldId id="256" r:id="rId2"/>
    <p:sldId id="282" r:id="rId3"/>
    <p:sldId id="309" r:id="rId4"/>
    <p:sldId id="291" r:id="rId5"/>
    <p:sldId id="281" r:id="rId6"/>
    <p:sldId id="295" r:id="rId7"/>
    <p:sldId id="297" r:id="rId8"/>
    <p:sldId id="296" r:id="rId9"/>
    <p:sldId id="298" r:id="rId10"/>
    <p:sldId id="302" r:id="rId11"/>
    <p:sldId id="319" r:id="rId12"/>
    <p:sldId id="320" r:id="rId13"/>
    <p:sldId id="317" r:id="rId14"/>
    <p:sldId id="318" r:id="rId15"/>
    <p:sldId id="312" r:id="rId16"/>
    <p:sldId id="310" r:id="rId17"/>
    <p:sldId id="299" r:id="rId18"/>
    <p:sldId id="300" r:id="rId19"/>
    <p:sldId id="308" r:id="rId20"/>
    <p:sldId id="321" r:id="rId21"/>
    <p:sldId id="301" r:id="rId22"/>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426924-E347-C23D-A47E-75823EF2926F}" name="Okko Räsänen (TAU)" initials="OR(" userId="S::okko.rasanen@tuni.fi::0a504dfb-a4fa-4960-8743-70c12f2ce800" providerId="AD"/>
  <p188:author id="{10253D82-37AD-6040-CEF7-2C12CF3BCD57}" name="Matej Grados" initials="MG" userId="S::matej.grados@tuni.fi::d3c27293-dc35-4358-a5cf-565ac8831160" providerId="AD"/>
  <p188:author id="{C4F7878D-327F-FAA6-C097-DE6277E2B7FF}" name="Jani Björklund" initials="JB" userId="S::jani.bjorklund@tuni.fi::13a5a654-f6ca-46b6-a7f1-38f7878d4b50" providerId="AD"/>
  <p188:author id="{A4253F8F-6DE3-4CA1-35DC-4FFA9B480E00}" name="Mina Shahmoradi" initials="MS" userId="S::mina.shahmoradi@tuni.fi::3c3fe72f-1b87-475c-ab45-f620a88a0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C3B9D7"/>
    <a:srgbClr val="F07387"/>
    <a:srgbClr val="7DCDBE"/>
    <a:srgbClr val="4E008E"/>
    <a:srgbClr val="FFDCA5"/>
    <a:srgbClr val="F5A5C8"/>
    <a:srgbClr val="82C8F0"/>
    <a:srgbClr val="2700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CD91F8-CAFD-3F68-9C4F-DAFFE492E54D}" v="32" dt="2024-01-19T12:44:38.799"/>
    <p1510:client id="{550155F8-AD16-4CDA-825F-8C865A014BA1}" v="355" dt="2024-01-19T08:19:10.071"/>
    <p1510:client id="{5830D7AC-3123-D0EC-0610-12DD957E28B3}" v="4" dt="2024-01-19T08:28:49.444"/>
    <p1510:client id="{C5C27641-7389-4EA0-A0A9-E143C653B62D}" v="416" dt="2024-01-20T15:59:21.785"/>
    <p1510:client id="{E827B589-D9D7-AFAC-6226-09D0E6A2C512}" v="826" dt="2024-01-19T12:54:19.465"/>
    <p1510:client id="{FF4CACDC-5BB8-D1B9-F879-02A57E009B77}" v="160" dt="2024-01-19T07:55:13.3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86"/>
    <p:restoredTop sz="63446" autoAdjust="0"/>
  </p:normalViewPr>
  <p:slideViewPr>
    <p:cSldViewPr snapToGrid="0">
      <p:cViewPr varScale="1">
        <p:scale>
          <a:sx n="52" d="100"/>
          <a:sy n="52" d="100"/>
        </p:scale>
        <p:origin x="1944" y="48"/>
      </p:cViewPr>
      <p:guideLst>
        <p:guide orient="horz" pos="2160"/>
        <p:guide pos="3840"/>
      </p:guideLst>
    </p:cSldViewPr>
  </p:slideViewPr>
  <p:notesTextViewPr>
    <p:cViewPr>
      <p:scale>
        <a:sx n="75" d="100"/>
        <a:sy n="75" d="100"/>
      </p:scale>
      <p:origin x="0" y="0"/>
    </p:cViewPr>
  </p:notesTextViewPr>
  <p:notesViewPr>
    <p:cSldViewPr snapToGrid="0">
      <p:cViewPr>
        <p:scale>
          <a:sx n="1" d="2"/>
          <a:sy n="1" d="2"/>
        </p:scale>
        <p:origin x="3480" y="41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550155F8-AD16-4CDA-825F-8C865A014BA1}"/>
    <pc:docChg chg="modSld">
      <pc:chgData name="" userId="" providerId="" clId="Web-{550155F8-AD16-4CDA-825F-8C865A014BA1}" dt="2024-01-19T07:05:34.078" v="7" actId="20577"/>
      <pc:docMkLst>
        <pc:docMk/>
      </pc:docMkLst>
      <pc:sldChg chg="modSp">
        <pc:chgData name="" userId="" providerId="" clId="Web-{550155F8-AD16-4CDA-825F-8C865A014BA1}" dt="2024-01-19T07:05:34.078" v="7" actId="20577"/>
        <pc:sldMkLst>
          <pc:docMk/>
          <pc:sldMk cId="4272559894" sldId="256"/>
        </pc:sldMkLst>
        <pc:spChg chg="mod">
          <ac:chgData name="" userId="" providerId="" clId="Web-{550155F8-AD16-4CDA-825F-8C865A014BA1}" dt="2024-01-19T07:05:34.078" v="7" actId="20577"/>
          <ac:spMkLst>
            <pc:docMk/>
            <pc:sldMk cId="4272559894" sldId="256"/>
            <ac:spMk id="6" creationId="{2D0A1E0F-76DC-6201-7F6E-FED76EFCD3D3}"/>
          </ac:spMkLst>
        </pc:spChg>
      </pc:sldChg>
    </pc:docChg>
  </pc:docChgLst>
  <pc:docChgLst>
    <pc:chgData name="Matej Grados" userId="S::matej.grados@tuni.fi::d3c27293-dc35-4358-a5cf-565ac8831160" providerId="AD" clId="Web-{E827B589-D9D7-AFAC-6226-09D0E6A2C512}"/>
    <pc:docChg chg="addSld delSld modSld sldOrd">
      <pc:chgData name="Matej Grados" userId="S::matej.grados@tuni.fi::d3c27293-dc35-4358-a5cf-565ac8831160" providerId="AD" clId="Web-{E827B589-D9D7-AFAC-6226-09D0E6A2C512}" dt="2024-01-19T12:54:19.199" v="839" actId="20577"/>
      <pc:docMkLst>
        <pc:docMk/>
      </pc:docMkLst>
      <pc:sldChg chg="modSp">
        <pc:chgData name="Matej Grados" userId="S::matej.grados@tuni.fi::d3c27293-dc35-4358-a5cf-565ac8831160" providerId="AD" clId="Web-{E827B589-D9D7-AFAC-6226-09D0E6A2C512}" dt="2024-01-19T12:30:58.632" v="178" actId="20577"/>
        <pc:sldMkLst>
          <pc:docMk/>
          <pc:sldMk cId="3173622675" sldId="262"/>
        </pc:sldMkLst>
        <pc:spChg chg="mod">
          <ac:chgData name="Matej Grados" userId="S::matej.grados@tuni.fi::d3c27293-dc35-4358-a5cf-565ac8831160" providerId="AD" clId="Web-{E827B589-D9D7-AFAC-6226-09D0E6A2C512}" dt="2024-01-19T12:30:58.632" v="178" actId="20577"/>
          <ac:spMkLst>
            <pc:docMk/>
            <pc:sldMk cId="3173622675" sldId="262"/>
            <ac:spMk id="3" creationId="{EF15FC94-847E-9314-3182-A5FE8CE0ABA9}"/>
          </ac:spMkLst>
        </pc:spChg>
      </pc:sldChg>
      <pc:sldChg chg="modSp">
        <pc:chgData name="Matej Grados" userId="S::matej.grados@tuni.fi::d3c27293-dc35-4358-a5cf-565ac8831160" providerId="AD" clId="Web-{E827B589-D9D7-AFAC-6226-09D0E6A2C512}" dt="2024-01-19T12:20:01.209" v="1" actId="20577"/>
        <pc:sldMkLst>
          <pc:docMk/>
          <pc:sldMk cId="3937512539" sldId="268"/>
        </pc:sldMkLst>
        <pc:spChg chg="mod">
          <ac:chgData name="Matej Grados" userId="S::matej.grados@tuni.fi::d3c27293-dc35-4358-a5cf-565ac8831160" providerId="AD" clId="Web-{E827B589-D9D7-AFAC-6226-09D0E6A2C512}" dt="2024-01-19T12:20:01.209" v="1" actId="20577"/>
          <ac:spMkLst>
            <pc:docMk/>
            <pc:sldMk cId="3937512539" sldId="268"/>
            <ac:spMk id="3" creationId="{43E5B179-E1A0-D88C-969D-BDACAECFC195}"/>
          </ac:spMkLst>
        </pc:spChg>
      </pc:sldChg>
      <pc:sldChg chg="new del">
        <pc:chgData name="Matej Grados" userId="S::matej.grados@tuni.fi::d3c27293-dc35-4358-a5cf-565ac8831160" providerId="AD" clId="Web-{E827B589-D9D7-AFAC-6226-09D0E6A2C512}" dt="2024-01-19T12:32:45.385" v="181"/>
        <pc:sldMkLst>
          <pc:docMk/>
          <pc:sldMk cId="4189594986" sldId="270"/>
        </pc:sldMkLst>
      </pc:sldChg>
      <pc:sldChg chg="new del">
        <pc:chgData name="Matej Grados" userId="S::matej.grados@tuni.fi::d3c27293-dc35-4358-a5cf-565ac8831160" providerId="AD" clId="Web-{E827B589-D9D7-AFAC-6226-09D0E6A2C512}" dt="2024-01-19T12:32:56.182" v="183"/>
        <pc:sldMkLst>
          <pc:docMk/>
          <pc:sldMk cId="4291495787" sldId="271"/>
        </pc:sldMkLst>
      </pc:sldChg>
      <pc:sldChg chg="modSp add ord replId modCm">
        <pc:chgData name="Matej Grados" userId="S::matej.grados@tuni.fi::d3c27293-dc35-4358-a5cf-565ac8831160" providerId="AD" clId="Web-{E827B589-D9D7-AFAC-6226-09D0E6A2C512}" dt="2024-01-19T12:54:19.199" v="839" actId="20577"/>
        <pc:sldMkLst>
          <pc:docMk/>
          <pc:sldMk cId="2036990207" sldId="272"/>
        </pc:sldMkLst>
        <pc:spChg chg="mod">
          <ac:chgData name="Matej Grados" userId="S::matej.grados@tuni.fi::d3c27293-dc35-4358-a5cf-565ac8831160" providerId="AD" clId="Web-{E827B589-D9D7-AFAC-6226-09D0E6A2C512}" dt="2024-01-19T12:54:19.199" v="839" actId="20577"/>
          <ac:spMkLst>
            <pc:docMk/>
            <pc:sldMk cId="2036990207" sldId="272"/>
            <ac:spMk id="2" creationId="{1A2B53DF-F925-35F4-E649-4FA859F37BD1}"/>
          </ac:spMkLst>
        </pc:spChg>
        <pc:spChg chg="mod">
          <ac:chgData name="Matej Grados" userId="S::matej.grados@tuni.fi::d3c27293-dc35-4358-a5cf-565ac8831160" providerId="AD" clId="Web-{E827B589-D9D7-AFAC-6226-09D0E6A2C512}" dt="2024-01-19T12:54:08.605" v="826" actId="20577"/>
          <ac:spMkLst>
            <pc:docMk/>
            <pc:sldMk cId="2036990207" sldId="272"/>
            <ac:spMk id="3" creationId="{559C84CB-E2CC-C700-72B4-39FC159C1534}"/>
          </ac:spMkLst>
        </pc:spChg>
        <pc:extLst>
          <p:ext xmlns:p="http://schemas.openxmlformats.org/presentationml/2006/main" uri="{D6D511B9-2390-475A-947B-AFAB55BFBCF1}">
            <pc226:cmChg xmlns:pc226="http://schemas.microsoft.com/office/powerpoint/2022/06/main/command" chg="mod">
              <pc226:chgData name="Matej Grados" userId="S::matej.grados@tuni.fi::d3c27293-dc35-4358-a5cf-565ac8831160" providerId="AD" clId="Web-{E827B589-D9D7-AFAC-6226-09D0E6A2C512}" dt="2024-01-19T12:54:18.090" v="838" actId="20577"/>
              <pc2:cmMkLst xmlns:pc2="http://schemas.microsoft.com/office/powerpoint/2019/9/main/command">
                <pc:docMk/>
                <pc:sldMk cId="2036990207" sldId="272"/>
                <pc2:cmMk id="{65CA820B-A365-4DB1-BECE-73FD1306C539}"/>
              </pc2:cmMkLst>
            </pc226:cmChg>
          </p:ext>
        </pc:extLst>
      </pc:sldChg>
    </pc:docChg>
  </pc:docChgLst>
  <pc:docChgLst>
    <pc:chgData clId="Web-{A107E6E1-BDF0-EE5B-2F19-574DCA7E2728}"/>
    <pc:docChg chg="modSld">
      <pc:chgData name="" userId="" providerId="" clId="Web-{A107E6E1-BDF0-EE5B-2F19-574DCA7E2728}" dt="2024-01-17T08:45:28.484" v="5" actId="20577"/>
      <pc:docMkLst>
        <pc:docMk/>
      </pc:docMkLst>
      <pc:sldChg chg="modSp">
        <pc:chgData name="" userId="" providerId="" clId="Web-{A107E6E1-BDF0-EE5B-2F19-574DCA7E2728}" dt="2024-01-17T08:45:28.484" v="5" actId="20577"/>
        <pc:sldMkLst>
          <pc:docMk/>
          <pc:sldMk cId="4272559894" sldId="256"/>
        </pc:sldMkLst>
        <pc:spChg chg="mod">
          <ac:chgData name="" userId="" providerId="" clId="Web-{A107E6E1-BDF0-EE5B-2F19-574DCA7E2728}" dt="2024-01-17T08:45:28.484" v="5" actId="20577"/>
          <ac:spMkLst>
            <pc:docMk/>
            <pc:sldMk cId="4272559894" sldId="256"/>
            <ac:spMk id="2" creationId="{F645A31E-590D-4271-A69F-8B9E723A46B2}"/>
          </ac:spMkLst>
        </pc:spChg>
      </pc:sldChg>
    </pc:docChg>
  </pc:docChgLst>
  <pc:docChgLst>
    <pc:chgData name="Jani Björklund" userId="S::jani.bjorklund@tuni.fi::13a5a654-f6ca-46b6-a7f1-38f7878d4b50" providerId="AD" clId="Web-{550155F8-AD16-4CDA-825F-8C865A014BA1}"/>
    <pc:docChg chg="mod addSld delSld modSld sldOrd">
      <pc:chgData name="Jani Björklund" userId="S::jani.bjorklund@tuni.fi::13a5a654-f6ca-46b6-a7f1-38f7878d4b50" providerId="AD" clId="Web-{550155F8-AD16-4CDA-825F-8C865A014BA1}" dt="2024-01-19T08:19:10.071" v="339"/>
      <pc:docMkLst>
        <pc:docMk/>
      </pc:docMkLst>
      <pc:sldChg chg="modSp">
        <pc:chgData name="Jani Björklund" userId="S::jani.bjorklund@tuni.fi::13a5a654-f6ca-46b6-a7f1-38f7878d4b50" providerId="AD" clId="Web-{550155F8-AD16-4CDA-825F-8C865A014BA1}" dt="2024-01-19T07:09:05.850" v="13" actId="20577"/>
        <pc:sldMkLst>
          <pc:docMk/>
          <pc:sldMk cId="4272559894" sldId="256"/>
        </pc:sldMkLst>
        <pc:spChg chg="mod">
          <ac:chgData name="Jani Björklund" userId="S::jani.bjorklund@tuni.fi::13a5a654-f6ca-46b6-a7f1-38f7878d4b50" providerId="AD" clId="Web-{550155F8-AD16-4CDA-825F-8C865A014BA1}" dt="2024-01-19T07:09:05.850" v="13" actId="20577"/>
          <ac:spMkLst>
            <pc:docMk/>
            <pc:sldMk cId="4272559894" sldId="256"/>
            <ac:spMk id="6" creationId="{2D0A1E0F-76DC-6201-7F6E-FED76EFCD3D3}"/>
          </ac:spMkLst>
        </pc:spChg>
      </pc:sldChg>
      <pc:sldChg chg="modSp">
        <pc:chgData name="Jani Björklund" userId="S::jani.bjorklund@tuni.fi::13a5a654-f6ca-46b6-a7f1-38f7878d4b50" providerId="AD" clId="Web-{550155F8-AD16-4CDA-825F-8C865A014BA1}" dt="2024-01-19T07:10:35.430" v="17" actId="20577"/>
        <pc:sldMkLst>
          <pc:docMk/>
          <pc:sldMk cId="3173622675" sldId="262"/>
        </pc:sldMkLst>
        <pc:spChg chg="mod">
          <ac:chgData name="Jani Björklund" userId="S::jani.bjorklund@tuni.fi::13a5a654-f6ca-46b6-a7f1-38f7878d4b50" providerId="AD" clId="Web-{550155F8-AD16-4CDA-825F-8C865A014BA1}" dt="2024-01-19T07:10:35.430" v="17" actId="20577"/>
          <ac:spMkLst>
            <pc:docMk/>
            <pc:sldMk cId="3173622675" sldId="262"/>
            <ac:spMk id="3" creationId="{EF15FC94-847E-9314-3182-A5FE8CE0ABA9}"/>
          </ac:spMkLst>
        </pc:spChg>
      </pc:sldChg>
      <pc:sldChg chg="modSp">
        <pc:chgData name="Jani Björklund" userId="S::jani.bjorklund@tuni.fi::13a5a654-f6ca-46b6-a7f1-38f7878d4b50" providerId="AD" clId="Web-{550155F8-AD16-4CDA-825F-8C865A014BA1}" dt="2024-01-19T08:17:59.352" v="338" actId="20577"/>
        <pc:sldMkLst>
          <pc:docMk/>
          <pc:sldMk cId="2777773773" sldId="264"/>
        </pc:sldMkLst>
        <pc:spChg chg="mod">
          <ac:chgData name="Jani Björklund" userId="S::jani.bjorklund@tuni.fi::13a5a654-f6ca-46b6-a7f1-38f7878d4b50" providerId="AD" clId="Web-{550155F8-AD16-4CDA-825F-8C865A014BA1}" dt="2024-01-19T08:17:59.352" v="338" actId="20577"/>
          <ac:spMkLst>
            <pc:docMk/>
            <pc:sldMk cId="2777773773" sldId="264"/>
            <ac:spMk id="3" creationId="{83423E01-082C-D9AC-45C8-D89A4AD8ABD0}"/>
          </ac:spMkLst>
        </pc:spChg>
      </pc:sldChg>
      <pc:sldChg chg="modSp ord">
        <pc:chgData name="Jani Björklund" userId="S::jani.bjorklund@tuni.fi::13a5a654-f6ca-46b6-a7f1-38f7878d4b50" providerId="AD" clId="Web-{550155F8-AD16-4CDA-825F-8C865A014BA1}" dt="2024-01-19T07:31:16.186" v="252"/>
        <pc:sldMkLst>
          <pc:docMk/>
          <pc:sldMk cId="1960560417" sldId="265"/>
        </pc:sldMkLst>
        <pc:spChg chg="mod">
          <ac:chgData name="Jani Björklund" userId="S::jani.bjorklund@tuni.fi::13a5a654-f6ca-46b6-a7f1-38f7878d4b50" providerId="AD" clId="Web-{550155F8-AD16-4CDA-825F-8C865A014BA1}" dt="2024-01-19T07:23:34.610" v="217" actId="20577"/>
          <ac:spMkLst>
            <pc:docMk/>
            <pc:sldMk cId="1960560417" sldId="265"/>
            <ac:spMk id="3" creationId="{831B4691-A713-F7D0-A29F-35AAD01D6DD7}"/>
          </ac:spMkLst>
        </pc:spChg>
      </pc:sldChg>
      <pc:sldChg chg="modSp">
        <pc:chgData name="Jani Björklund" userId="S::jani.bjorklund@tuni.fi::13a5a654-f6ca-46b6-a7f1-38f7878d4b50" providerId="AD" clId="Web-{550155F8-AD16-4CDA-825F-8C865A014BA1}" dt="2024-01-19T08:17:50.508" v="335" actId="20577"/>
        <pc:sldMkLst>
          <pc:docMk/>
          <pc:sldMk cId="2175166542" sldId="266"/>
        </pc:sldMkLst>
        <pc:spChg chg="mod">
          <ac:chgData name="Jani Björklund" userId="S::jani.bjorklund@tuni.fi::13a5a654-f6ca-46b6-a7f1-38f7878d4b50" providerId="AD" clId="Web-{550155F8-AD16-4CDA-825F-8C865A014BA1}" dt="2024-01-19T08:17:50.508" v="335" actId="20577"/>
          <ac:spMkLst>
            <pc:docMk/>
            <pc:sldMk cId="2175166542" sldId="266"/>
            <ac:spMk id="3" creationId="{7549072D-DA60-4414-0659-D4BAA5E52EE8}"/>
          </ac:spMkLst>
        </pc:spChg>
      </pc:sldChg>
      <pc:sldChg chg="modSp">
        <pc:chgData name="Jani Björklund" userId="S::jani.bjorklund@tuni.fi::13a5a654-f6ca-46b6-a7f1-38f7878d4b50" providerId="AD" clId="Web-{550155F8-AD16-4CDA-825F-8C865A014BA1}" dt="2024-01-19T07:32:04.953" v="296" actId="20577"/>
        <pc:sldMkLst>
          <pc:docMk/>
          <pc:sldMk cId="358441839" sldId="267"/>
        </pc:sldMkLst>
        <pc:spChg chg="mod">
          <ac:chgData name="Jani Björklund" userId="S::jani.bjorklund@tuni.fi::13a5a654-f6ca-46b6-a7f1-38f7878d4b50" providerId="AD" clId="Web-{550155F8-AD16-4CDA-825F-8C865A014BA1}" dt="2024-01-19T07:32:04.953" v="296" actId="20577"/>
          <ac:spMkLst>
            <pc:docMk/>
            <pc:sldMk cId="358441839" sldId="267"/>
            <ac:spMk id="3" creationId="{F6EEA819-F1D4-2E5B-7B37-986FD1988BE6}"/>
          </ac:spMkLst>
        </pc:spChg>
      </pc:sldChg>
      <pc:sldChg chg="new del">
        <pc:chgData name="Jani Björklund" userId="S::jani.bjorklund@tuni.fi::13a5a654-f6ca-46b6-a7f1-38f7878d4b50" providerId="AD" clId="Web-{550155F8-AD16-4CDA-825F-8C865A014BA1}" dt="2024-01-19T07:11:01.619" v="19"/>
        <pc:sldMkLst>
          <pc:docMk/>
          <pc:sldMk cId="3127928814" sldId="268"/>
        </pc:sldMkLst>
      </pc:sldChg>
      <pc:sldChg chg="modSp new addCm">
        <pc:chgData name="Jani Björklund" userId="S::jani.bjorklund@tuni.fi::13a5a654-f6ca-46b6-a7f1-38f7878d4b50" providerId="AD" clId="Web-{550155F8-AD16-4CDA-825F-8C865A014BA1}" dt="2024-01-19T07:21:04.106" v="200" actId="20577"/>
        <pc:sldMkLst>
          <pc:docMk/>
          <pc:sldMk cId="3937512539" sldId="268"/>
        </pc:sldMkLst>
        <pc:spChg chg="mod">
          <ac:chgData name="Jani Björklund" userId="S::jani.bjorklund@tuni.fi::13a5a654-f6ca-46b6-a7f1-38f7878d4b50" providerId="AD" clId="Web-{550155F8-AD16-4CDA-825F-8C865A014BA1}" dt="2024-01-19T07:11:34.120" v="47" actId="20577"/>
          <ac:spMkLst>
            <pc:docMk/>
            <pc:sldMk cId="3937512539" sldId="268"/>
            <ac:spMk id="2" creationId="{C675816C-208A-FBCB-1B41-5AA8F593516B}"/>
          </ac:spMkLst>
        </pc:spChg>
        <pc:spChg chg="mod">
          <ac:chgData name="Jani Björklund" userId="S::jani.bjorklund@tuni.fi::13a5a654-f6ca-46b6-a7f1-38f7878d4b50" providerId="AD" clId="Web-{550155F8-AD16-4CDA-825F-8C865A014BA1}" dt="2024-01-19T07:21:04.106" v="200" actId="20577"/>
          <ac:spMkLst>
            <pc:docMk/>
            <pc:sldMk cId="3937512539" sldId="268"/>
            <ac:spMk id="3" creationId="{43E5B179-E1A0-D88C-969D-BDACAECFC195}"/>
          </ac:spMkLst>
        </pc:spChg>
        <pc:extLst>
          <p:ext xmlns:p="http://schemas.openxmlformats.org/presentationml/2006/main" uri="{D6D511B9-2390-475A-947B-AFAB55BFBCF1}">
            <pc226:cmChg xmlns:pc226="http://schemas.microsoft.com/office/powerpoint/2022/06/main/command" chg="add">
              <pc226:chgData name="Jani Björklund" userId="S::jani.bjorklund@tuni.fi::13a5a654-f6ca-46b6-a7f1-38f7878d4b50" providerId="AD" clId="Web-{550155F8-AD16-4CDA-825F-8C865A014BA1}" dt="2024-01-19T07:14:01.077" v="109"/>
              <pc2:cmMkLst xmlns:pc2="http://schemas.microsoft.com/office/powerpoint/2019/9/main/command">
                <pc:docMk/>
                <pc:sldMk cId="3937512539" sldId="268"/>
                <pc2:cmMk id="{FD1E6431-9482-481F-A537-9DC694CB742C}"/>
              </pc2:cmMkLst>
            </pc226:cmChg>
          </p:ext>
        </pc:extLst>
      </pc:sldChg>
      <pc:sldChg chg="addCm">
        <pc:chgData name="Jani Björklund" userId="S::jani.bjorklund@tuni.fi::13a5a654-f6ca-46b6-a7f1-38f7878d4b50" providerId="AD" clId="Web-{550155F8-AD16-4CDA-825F-8C865A014BA1}" dt="2024-01-19T08:19:10.071" v="339"/>
        <pc:sldMkLst>
          <pc:docMk/>
          <pc:sldMk cId="1829221449" sldId="269"/>
        </pc:sldMkLst>
        <pc:extLst>
          <p:ext xmlns:p="http://schemas.openxmlformats.org/presentationml/2006/main" uri="{D6D511B9-2390-475A-947B-AFAB55BFBCF1}">
            <pc226:cmChg xmlns:pc226="http://schemas.microsoft.com/office/powerpoint/2022/06/main/command" chg="add">
              <pc226:chgData name="Jani Björklund" userId="S::jani.bjorklund@tuni.fi::13a5a654-f6ca-46b6-a7f1-38f7878d4b50" providerId="AD" clId="Web-{550155F8-AD16-4CDA-825F-8C865A014BA1}" dt="2024-01-19T08:19:10.071" v="339"/>
              <pc2:cmMkLst xmlns:pc2="http://schemas.microsoft.com/office/powerpoint/2019/9/main/command">
                <pc:docMk/>
                <pc:sldMk cId="1829221449" sldId="269"/>
                <pc2:cmMk id="{5E9A076D-9B37-4054-A9AB-234CC46BA4BF}"/>
              </pc2:cmMkLst>
            </pc226:cmChg>
          </p:ext>
        </pc:extLst>
      </pc:sldChg>
    </pc:docChg>
  </pc:docChgLst>
  <pc:docChgLst>
    <pc:chgData name="Matej Grados" userId="S::matej.grados@tuni.fi::d3c27293-dc35-4358-a5cf-565ac8831160" providerId="AD" clId="Web-{5830D7AC-3123-D0EC-0610-12DD957E28B3}"/>
    <pc:docChg chg="mod modSld">
      <pc:chgData name="Matej Grados" userId="S::matej.grados@tuni.fi::d3c27293-dc35-4358-a5cf-565ac8831160" providerId="AD" clId="Web-{5830D7AC-3123-D0EC-0610-12DD957E28B3}" dt="2024-01-19T08:28:49.444" v="3" actId="20577"/>
      <pc:docMkLst>
        <pc:docMk/>
      </pc:docMkLst>
      <pc:sldChg chg="modSp modCm">
        <pc:chgData name="Matej Grados" userId="S::matej.grados@tuni.fi::d3c27293-dc35-4358-a5cf-565ac8831160" providerId="AD" clId="Web-{5830D7AC-3123-D0EC-0610-12DD957E28B3}" dt="2024-01-19T08:28:49.444" v="3" actId="20577"/>
        <pc:sldMkLst>
          <pc:docMk/>
          <pc:sldMk cId="1829221449" sldId="269"/>
        </pc:sldMkLst>
        <pc:spChg chg="mod">
          <ac:chgData name="Matej Grados" userId="S::matej.grados@tuni.fi::d3c27293-dc35-4358-a5cf-565ac8831160" providerId="AD" clId="Web-{5830D7AC-3123-D0EC-0610-12DD957E28B3}" dt="2024-01-19T08:28:45.522" v="2" actId="20577"/>
          <ac:spMkLst>
            <pc:docMk/>
            <pc:sldMk cId="1829221449" sldId="269"/>
            <ac:spMk id="2" creationId="{559C9F56-200C-3697-CE8E-A37D6D5E73EE}"/>
          </ac:spMkLst>
        </pc:spChg>
        <pc:spChg chg="mod">
          <ac:chgData name="Matej Grados" userId="S::matej.grados@tuni.fi::d3c27293-dc35-4358-a5cf-565ac8831160" providerId="AD" clId="Web-{5830D7AC-3123-D0EC-0610-12DD957E28B3}" dt="2024-01-19T08:28:49.444" v="3" actId="20577"/>
          <ac:spMkLst>
            <pc:docMk/>
            <pc:sldMk cId="1829221449" sldId="269"/>
            <ac:spMk id="3" creationId="{0BBFE933-C63E-5CA9-F33C-4835EB233945}"/>
          </ac:spMkLst>
        </pc:spChg>
        <pc:extLst>
          <p:ext xmlns:p="http://schemas.openxmlformats.org/presentationml/2006/main" uri="{D6D511B9-2390-475A-947B-AFAB55BFBCF1}">
            <pc226:cmChg xmlns:pc226="http://schemas.microsoft.com/office/powerpoint/2022/06/main/command" chg="">
              <pc226:chgData name="Matej Grados" userId="S::matej.grados@tuni.fi::d3c27293-dc35-4358-a5cf-565ac8831160" providerId="AD" clId="Web-{5830D7AC-3123-D0EC-0610-12DD957E28B3}" dt="2024-01-19T08:27:46.771" v="1"/>
              <pc2:cmMkLst xmlns:pc2="http://schemas.microsoft.com/office/powerpoint/2019/9/main/command">
                <pc:docMk/>
                <pc:sldMk cId="1829221449" sldId="269"/>
                <pc2:cmMk id="{5E9A076D-9B37-4054-A9AB-234CC46BA4BF}"/>
              </pc2:cmMkLst>
              <pc226:cmRplyChg chg="add">
                <pc226:chgData name="Matej Grados" userId="S::matej.grados@tuni.fi::d3c27293-dc35-4358-a5cf-565ac8831160" providerId="AD" clId="Web-{5830D7AC-3123-D0EC-0610-12DD957E28B3}" dt="2024-01-19T08:27:46.771" v="1"/>
                <pc2:cmRplyMkLst xmlns:pc2="http://schemas.microsoft.com/office/powerpoint/2019/9/main/command">
                  <pc:docMk/>
                  <pc:sldMk cId="1829221449" sldId="269"/>
                  <pc2:cmMk id="{5E9A076D-9B37-4054-A9AB-234CC46BA4BF}"/>
                  <pc2:cmRplyMk id="{B9D7C4DA-573A-4532-8FF2-30A65C03BE57}"/>
                </pc2:cmRplyMkLst>
              </pc226:cmRplyChg>
            </pc226:cmChg>
          </p:ext>
        </pc:extLst>
      </pc:sldChg>
    </pc:docChg>
  </pc:docChgLst>
  <pc:docChgLst>
    <pc:chgData name="Jani Björklund" userId="S::jani.bjorklund@tuni.fi::13a5a654-f6ca-46b6-a7f1-38f7878d4b50" providerId="AD" clId="Web-{C5C27641-7389-4EA0-A0A9-E143C653B62D}"/>
    <pc:docChg chg="addSld modSld">
      <pc:chgData name="Jani Björklund" userId="S::jani.bjorklund@tuni.fi::13a5a654-f6ca-46b6-a7f1-38f7878d4b50" providerId="AD" clId="Web-{C5C27641-7389-4EA0-A0A9-E143C653B62D}" dt="2024-01-20T15:59:25.925" v="415"/>
      <pc:docMkLst>
        <pc:docMk/>
      </pc:docMkLst>
      <pc:sldChg chg="addSp delSp modSp new mod modClrScheme chgLayout">
        <pc:chgData name="Jani Björklund" userId="S::jani.bjorklund@tuni.fi::13a5a654-f6ca-46b6-a7f1-38f7878d4b50" providerId="AD" clId="Web-{C5C27641-7389-4EA0-A0A9-E143C653B62D}" dt="2024-01-20T15:59:25.925" v="415"/>
        <pc:sldMkLst>
          <pc:docMk/>
          <pc:sldMk cId="66198811" sldId="273"/>
        </pc:sldMkLst>
        <pc:spChg chg="mod">
          <ac:chgData name="Jani Björklund" userId="S::jani.bjorklund@tuni.fi::13a5a654-f6ca-46b6-a7f1-38f7878d4b50" providerId="AD" clId="Web-{C5C27641-7389-4EA0-A0A9-E143C653B62D}" dt="2024-01-20T15:59:25.925" v="415"/>
          <ac:spMkLst>
            <pc:docMk/>
            <pc:sldMk cId="66198811" sldId="273"/>
            <ac:spMk id="2" creationId="{9899AE28-6D5B-86D8-DC15-180E97D2E0DC}"/>
          </ac:spMkLst>
        </pc:spChg>
        <pc:spChg chg="add del mod">
          <ac:chgData name="Jani Björklund" userId="S::jani.bjorklund@tuni.fi::13a5a654-f6ca-46b6-a7f1-38f7878d4b50" providerId="AD" clId="Web-{C5C27641-7389-4EA0-A0A9-E143C653B62D}" dt="2024-01-20T15:59:25.925" v="415"/>
          <ac:spMkLst>
            <pc:docMk/>
            <pc:sldMk cId="66198811" sldId="273"/>
            <ac:spMk id="3" creationId="{15E639FF-0DEC-9D53-965D-AFD00DC4E96E}"/>
          </ac:spMkLst>
        </pc:spChg>
        <pc:spChg chg="add del">
          <ac:chgData name="Jani Björklund" userId="S::jani.bjorklund@tuni.fi::13a5a654-f6ca-46b6-a7f1-38f7878d4b50" providerId="AD" clId="Web-{C5C27641-7389-4EA0-A0A9-E143C653B62D}" dt="2024-01-20T15:59:25.925" v="415"/>
          <ac:spMkLst>
            <pc:docMk/>
            <pc:sldMk cId="66198811" sldId="273"/>
            <ac:spMk id="4" creationId="{C65E3906-405E-77BA-03ED-64FEA599F695}"/>
          </ac:spMkLst>
        </pc:spChg>
        <pc:spChg chg="mod">
          <ac:chgData name="Jani Björklund" userId="S::jani.bjorklund@tuni.fi::13a5a654-f6ca-46b6-a7f1-38f7878d4b50" providerId="AD" clId="Web-{C5C27641-7389-4EA0-A0A9-E143C653B62D}" dt="2024-01-20T15:59:25.925" v="415"/>
          <ac:spMkLst>
            <pc:docMk/>
            <pc:sldMk cId="66198811" sldId="273"/>
            <ac:spMk id="5" creationId="{DA7B6DCD-E0EF-8AFD-FBAC-2D4146F26A06}"/>
          </ac:spMkLst>
        </pc:spChg>
        <pc:spChg chg="mod">
          <ac:chgData name="Jani Björklund" userId="S::jani.bjorklund@tuni.fi::13a5a654-f6ca-46b6-a7f1-38f7878d4b50" providerId="AD" clId="Web-{C5C27641-7389-4EA0-A0A9-E143C653B62D}" dt="2024-01-20T15:59:25.925" v="415"/>
          <ac:spMkLst>
            <pc:docMk/>
            <pc:sldMk cId="66198811" sldId="273"/>
            <ac:spMk id="6" creationId="{0C258306-76EF-23BA-DD88-A3CB07EBB7AF}"/>
          </ac:spMkLst>
        </pc:spChg>
        <pc:spChg chg="add del mod">
          <ac:chgData name="Jani Björklund" userId="S::jani.bjorklund@tuni.fi::13a5a654-f6ca-46b6-a7f1-38f7878d4b50" providerId="AD" clId="Web-{C5C27641-7389-4EA0-A0A9-E143C653B62D}" dt="2024-01-20T15:59:25.894" v="414"/>
          <ac:spMkLst>
            <pc:docMk/>
            <pc:sldMk cId="66198811" sldId="273"/>
            <ac:spMk id="12" creationId="{1A2A145C-2FD7-4671-566D-1286A3CE2369}"/>
          </ac:spMkLst>
        </pc:spChg>
        <pc:spChg chg="add">
          <ac:chgData name="Jani Björklund" userId="S::jani.bjorklund@tuni.fi::13a5a654-f6ca-46b6-a7f1-38f7878d4b50" providerId="AD" clId="Web-{C5C27641-7389-4EA0-A0A9-E143C653B62D}" dt="2024-01-20T15:59:25.925" v="415"/>
          <ac:spMkLst>
            <pc:docMk/>
            <pc:sldMk cId="66198811" sldId="273"/>
            <ac:spMk id="14" creationId="{B7DAF56A-043E-F8F3-547F-0FD9503B2D3A}"/>
          </ac:spMkLst>
        </pc:spChg>
        <pc:graphicFrameChg chg="add del mod">
          <ac:chgData name="Jani Björklund" userId="S::jani.bjorklund@tuni.fi::13a5a654-f6ca-46b6-a7f1-38f7878d4b50" providerId="AD" clId="Web-{C5C27641-7389-4EA0-A0A9-E143C653B62D}" dt="2024-01-20T15:59:25.894" v="414"/>
          <ac:graphicFrameMkLst>
            <pc:docMk/>
            <pc:sldMk cId="66198811" sldId="273"/>
            <ac:graphicFrameMk id="8" creationId="{A7C4E5B6-B102-1FF2-4538-6FB559A4ADD4}"/>
          </ac:graphicFrameMkLst>
        </pc:graphicFrameChg>
        <pc:graphicFrameChg chg="add">
          <ac:chgData name="Jani Björklund" userId="S::jani.bjorklund@tuni.fi::13a5a654-f6ca-46b6-a7f1-38f7878d4b50" providerId="AD" clId="Web-{C5C27641-7389-4EA0-A0A9-E143C653B62D}" dt="2024-01-20T15:59:25.925" v="415"/>
          <ac:graphicFrameMkLst>
            <pc:docMk/>
            <pc:sldMk cId="66198811" sldId="273"/>
            <ac:graphicFrameMk id="15" creationId="{31B1D067-EA02-00BE-39FC-3A4B9C4F3DCA}"/>
          </ac:graphicFrameMkLst>
        </pc:graphicFrameChg>
      </pc:sldChg>
      <pc:sldChg chg="modSp new">
        <pc:chgData name="Jani Björklund" userId="S::jani.bjorklund@tuni.fi::13a5a654-f6ca-46b6-a7f1-38f7878d4b50" providerId="AD" clId="Web-{C5C27641-7389-4EA0-A0A9-E143C653B62D}" dt="2024-01-20T15:58:57.456" v="406" actId="20577"/>
        <pc:sldMkLst>
          <pc:docMk/>
          <pc:sldMk cId="4000286637" sldId="274"/>
        </pc:sldMkLst>
        <pc:spChg chg="mod">
          <ac:chgData name="Jani Björklund" userId="S::jani.bjorklund@tuni.fi::13a5a654-f6ca-46b6-a7f1-38f7878d4b50" providerId="AD" clId="Web-{C5C27641-7389-4EA0-A0A9-E143C653B62D}" dt="2024-01-20T15:47:36.757" v="216" actId="20577"/>
          <ac:spMkLst>
            <pc:docMk/>
            <pc:sldMk cId="4000286637" sldId="274"/>
            <ac:spMk id="2" creationId="{F0CD0A26-E597-E439-8A4F-464631FB039F}"/>
          </ac:spMkLst>
        </pc:spChg>
        <pc:spChg chg="mod">
          <ac:chgData name="Jani Björklund" userId="S::jani.bjorklund@tuni.fi::13a5a654-f6ca-46b6-a7f1-38f7878d4b50" providerId="AD" clId="Web-{C5C27641-7389-4EA0-A0A9-E143C653B62D}" dt="2024-01-20T15:58:57.456" v="406" actId="20577"/>
          <ac:spMkLst>
            <pc:docMk/>
            <pc:sldMk cId="4000286637" sldId="274"/>
            <ac:spMk id="3" creationId="{E412D418-5F56-96D7-9A0F-EB45F6636BD1}"/>
          </ac:spMkLst>
        </pc:spChg>
      </pc:sldChg>
    </pc:docChg>
  </pc:docChgLst>
  <pc:docChgLst>
    <pc:chgData name="Mina Shahmoradi" userId="S::mina.shahmoradi@tuni.fi::3c3fe72f-1b87-475c-ab45-f620a88a0059" providerId="AD" clId="Web-{11CD91F8-CAFD-3F68-9C4F-DAFFE492E54D}"/>
    <pc:docChg chg="addSld delSld modSld">
      <pc:chgData name="Mina Shahmoradi" userId="S::mina.shahmoradi@tuni.fi::3c3fe72f-1b87-475c-ab45-f620a88a0059" providerId="AD" clId="Web-{11CD91F8-CAFD-3F68-9C4F-DAFFE492E54D}" dt="2024-01-19T12:44:38.799" v="19" actId="20577"/>
      <pc:docMkLst>
        <pc:docMk/>
      </pc:docMkLst>
      <pc:sldChg chg="modSp">
        <pc:chgData name="Mina Shahmoradi" userId="S::mina.shahmoradi@tuni.fi::3c3fe72f-1b87-475c-ab45-f620a88a0059" providerId="AD" clId="Web-{11CD91F8-CAFD-3F68-9C4F-DAFFE492E54D}" dt="2024-01-19T12:16:12.588" v="5" actId="20577"/>
        <pc:sldMkLst>
          <pc:docMk/>
          <pc:sldMk cId="3173622675" sldId="262"/>
        </pc:sldMkLst>
        <pc:spChg chg="mod">
          <ac:chgData name="Mina Shahmoradi" userId="S::mina.shahmoradi@tuni.fi::3c3fe72f-1b87-475c-ab45-f620a88a0059" providerId="AD" clId="Web-{11CD91F8-CAFD-3F68-9C4F-DAFFE492E54D}" dt="2024-01-19T12:16:12.588" v="5" actId="20577"/>
          <ac:spMkLst>
            <pc:docMk/>
            <pc:sldMk cId="3173622675" sldId="262"/>
            <ac:spMk id="3" creationId="{EF15FC94-847E-9314-3182-A5FE8CE0ABA9}"/>
          </ac:spMkLst>
        </pc:spChg>
      </pc:sldChg>
      <pc:sldChg chg="modSp">
        <pc:chgData name="Mina Shahmoradi" userId="S::mina.shahmoradi@tuni.fi::3c3fe72f-1b87-475c-ab45-f620a88a0059" providerId="AD" clId="Web-{11CD91F8-CAFD-3F68-9C4F-DAFFE492E54D}" dt="2024-01-19T12:14:48.585" v="1" actId="20577"/>
        <pc:sldMkLst>
          <pc:docMk/>
          <pc:sldMk cId="2777773773" sldId="264"/>
        </pc:sldMkLst>
        <pc:spChg chg="mod">
          <ac:chgData name="Mina Shahmoradi" userId="S::mina.shahmoradi@tuni.fi::3c3fe72f-1b87-475c-ab45-f620a88a0059" providerId="AD" clId="Web-{11CD91F8-CAFD-3F68-9C4F-DAFFE492E54D}" dt="2024-01-19T12:14:48.585" v="1" actId="20577"/>
          <ac:spMkLst>
            <pc:docMk/>
            <pc:sldMk cId="2777773773" sldId="264"/>
            <ac:spMk id="3" creationId="{83423E01-082C-D9AC-45C8-D89A4AD8ABD0}"/>
          </ac:spMkLst>
        </pc:spChg>
      </pc:sldChg>
      <pc:sldChg chg="modSp add del">
        <pc:chgData name="Mina Shahmoradi" userId="S::mina.shahmoradi@tuni.fi::3c3fe72f-1b87-475c-ab45-f620a88a0059" providerId="AD" clId="Web-{11CD91F8-CAFD-3F68-9C4F-DAFFE492E54D}" dt="2024-01-19T12:36:24.205" v="14"/>
        <pc:sldMkLst>
          <pc:docMk/>
          <pc:sldMk cId="1960560417" sldId="265"/>
        </pc:sldMkLst>
        <pc:spChg chg="mod">
          <ac:chgData name="Mina Shahmoradi" userId="S::mina.shahmoradi@tuni.fi::3c3fe72f-1b87-475c-ab45-f620a88a0059" providerId="AD" clId="Web-{11CD91F8-CAFD-3F68-9C4F-DAFFE492E54D}" dt="2024-01-19T12:15:58.072" v="3" actId="20577"/>
          <ac:spMkLst>
            <pc:docMk/>
            <pc:sldMk cId="1960560417" sldId="265"/>
            <ac:spMk id="3" creationId="{831B4691-A713-F7D0-A29F-35AAD01D6DD7}"/>
          </ac:spMkLst>
        </pc:spChg>
      </pc:sldChg>
      <pc:sldChg chg="modSp">
        <pc:chgData name="Mina Shahmoradi" userId="S::mina.shahmoradi@tuni.fi::3c3fe72f-1b87-475c-ab45-f620a88a0059" providerId="AD" clId="Web-{11CD91F8-CAFD-3F68-9C4F-DAFFE492E54D}" dt="2024-01-19T12:14:56.632" v="2" actId="20577"/>
        <pc:sldMkLst>
          <pc:docMk/>
          <pc:sldMk cId="2175166542" sldId="266"/>
        </pc:sldMkLst>
        <pc:spChg chg="mod">
          <ac:chgData name="Mina Shahmoradi" userId="S::mina.shahmoradi@tuni.fi::3c3fe72f-1b87-475c-ab45-f620a88a0059" providerId="AD" clId="Web-{11CD91F8-CAFD-3F68-9C4F-DAFFE492E54D}" dt="2024-01-19T12:14:56.632" v="2" actId="20577"/>
          <ac:spMkLst>
            <pc:docMk/>
            <pc:sldMk cId="2175166542" sldId="266"/>
            <ac:spMk id="3" creationId="{7549072D-DA60-4414-0659-D4BAA5E52EE8}"/>
          </ac:spMkLst>
        </pc:spChg>
      </pc:sldChg>
      <pc:sldChg chg="modSp">
        <pc:chgData name="Mina Shahmoradi" userId="S::mina.shahmoradi@tuni.fi::3c3fe72f-1b87-475c-ab45-f620a88a0059" providerId="AD" clId="Web-{11CD91F8-CAFD-3F68-9C4F-DAFFE492E54D}" dt="2024-01-19T12:16:03.822" v="4" actId="20577"/>
        <pc:sldMkLst>
          <pc:docMk/>
          <pc:sldMk cId="358441839" sldId="267"/>
        </pc:sldMkLst>
        <pc:spChg chg="mod">
          <ac:chgData name="Mina Shahmoradi" userId="S::mina.shahmoradi@tuni.fi::3c3fe72f-1b87-475c-ab45-f620a88a0059" providerId="AD" clId="Web-{11CD91F8-CAFD-3F68-9C4F-DAFFE492E54D}" dt="2024-01-19T12:16:03.822" v="4" actId="20577"/>
          <ac:spMkLst>
            <pc:docMk/>
            <pc:sldMk cId="358441839" sldId="267"/>
            <ac:spMk id="3" creationId="{F6EEA819-F1D4-2E5B-7B37-986FD1988BE6}"/>
          </ac:spMkLst>
        </pc:spChg>
      </pc:sldChg>
      <pc:sldChg chg="add del">
        <pc:chgData name="Mina Shahmoradi" userId="S::mina.shahmoradi@tuni.fi::3c3fe72f-1b87-475c-ab45-f620a88a0059" providerId="AD" clId="Web-{11CD91F8-CAFD-3F68-9C4F-DAFFE492E54D}" dt="2024-01-19T12:36:36.736" v="17"/>
        <pc:sldMkLst>
          <pc:docMk/>
          <pc:sldMk cId="1829221449" sldId="269"/>
        </pc:sldMkLst>
      </pc:sldChg>
      <pc:sldChg chg="modSp">
        <pc:chgData name="Mina Shahmoradi" userId="S::mina.shahmoradi@tuni.fi::3c3fe72f-1b87-475c-ab45-f620a88a0059" providerId="AD" clId="Web-{11CD91F8-CAFD-3F68-9C4F-DAFFE492E54D}" dt="2024-01-19T12:44:38.799" v="19" actId="20577"/>
        <pc:sldMkLst>
          <pc:docMk/>
          <pc:sldMk cId="2036990207" sldId="272"/>
        </pc:sldMkLst>
        <pc:spChg chg="mod">
          <ac:chgData name="Mina Shahmoradi" userId="S::mina.shahmoradi@tuni.fi::3c3fe72f-1b87-475c-ab45-f620a88a0059" providerId="AD" clId="Web-{11CD91F8-CAFD-3F68-9C4F-DAFFE492E54D}" dt="2024-01-19T12:44:38.799" v="19" actId="20577"/>
          <ac:spMkLst>
            <pc:docMk/>
            <pc:sldMk cId="2036990207" sldId="272"/>
            <ac:spMk id="3" creationId="{559C84CB-E2CC-C700-72B4-39FC159C1534}"/>
          </ac:spMkLst>
        </pc:spChg>
      </pc:sldChg>
      <pc:sldChg chg="addSp modSp new del">
        <pc:chgData name="Mina Shahmoradi" userId="S::mina.shahmoradi@tuni.fi::3c3fe72f-1b87-475c-ab45-f620a88a0059" providerId="AD" clId="Web-{11CD91F8-CAFD-3F68-9C4F-DAFFE492E54D}" dt="2024-01-19T12:36:39.174" v="18"/>
        <pc:sldMkLst>
          <pc:docMk/>
          <pc:sldMk cId="772025423" sldId="273"/>
        </pc:sldMkLst>
        <pc:spChg chg="add mod">
          <ac:chgData name="Mina Shahmoradi" userId="S::mina.shahmoradi@tuni.fi::3c3fe72f-1b87-475c-ab45-f620a88a0059" providerId="AD" clId="Web-{11CD91F8-CAFD-3F68-9C4F-DAFFE492E54D}" dt="2024-01-19T12:36:11.251" v="8"/>
          <ac:spMkLst>
            <pc:docMk/>
            <pc:sldMk cId="772025423" sldId="273"/>
            <ac:spMk id="7" creationId="{4DA506B7-C743-6BAC-496A-9779E08B1083}"/>
          </ac:spMkLst>
        </pc:spChg>
        <pc:spChg chg="add mod">
          <ac:chgData name="Mina Shahmoradi" userId="S::mina.shahmoradi@tuni.fi::3c3fe72f-1b87-475c-ab45-f620a88a0059" providerId="AD" clId="Web-{11CD91F8-CAFD-3F68-9C4F-DAFFE492E54D}" dt="2024-01-19T12:36:19.439" v="11" actId="20577"/>
          <ac:spMkLst>
            <pc:docMk/>
            <pc:sldMk cId="772025423" sldId="273"/>
            <ac:spMk id="8" creationId="{BCAA0D00-5242-A6F7-5EEF-53BCA2ECFBFB}"/>
          </ac:spMkLst>
        </pc:spChg>
      </pc:sldChg>
    </pc:docChg>
  </pc:docChgLst>
  <pc:docChgLst>
    <pc:chgData name="Mina Shahmoradi" userId="S::mina.shahmoradi@tuni.fi::3c3fe72f-1b87-475c-ab45-f620a88a0059" providerId="AD" clId="Web-{A107E6E1-BDF0-EE5B-2F19-574DCA7E2728}"/>
    <pc:docChg chg="addSld delSld modSld">
      <pc:chgData name="Mina Shahmoradi" userId="S::mina.shahmoradi@tuni.fi::3c3fe72f-1b87-475c-ab45-f620a88a0059" providerId="AD" clId="Web-{A107E6E1-BDF0-EE5B-2F19-574DCA7E2728}" dt="2024-01-17T08:58:54.634" v="306" actId="20577"/>
      <pc:docMkLst>
        <pc:docMk/>
      </pc:docMkLst>
      <pc:sldChg chg="addSp modSp">
        <pc:chgData name="Mina Shahmoradi" userId="S::mina.shahmoradi@tuni.fi::3c3fe72f-1b87-475c-ab45-f620a88a0059" providerId="AD" clId="Web-{A107E6E1-BDF0-EE5B-2F19-574DCA7E2728}" dt="2024-01-17T08:51:45.551" v="151" actId="20577"/>
        <pc:sldMkLst>
          <pc:docMk/>
          <pc:sldMk cId="4272559894" sldId="256"/>
        </pc:sldMkLst>
        <pc:spChg chg="mod">
          <ac:chgData name="Mina Shahmoradi" userId="S::mina.shahmoradi@tuni.fi::3c3fe72f-1b87-475c-ab45-f620a88a0059" providerId="AD" clId="Web-{A107E6E1-BDF0-EE5B-2F19-574DCA7E2728}" dt="2024-01-17T08:47:20.485" v="32" actId="20577"/>
          <ac:spMkLst>
            <pc:docMk/>
            <pc:sldMk cId="4272559894" sldId="256"/>
            <ac:spMk id="2" creationId="{F645A31E-590D-4271-A69F-8B9E723A46B2}"/>
          </ac:spMkLst>
        </pc:spChg>
        <pc:spChg chg="add mod">
          <ac:chgData name="Mina Shahmoradi" userId="S::mina.shahmoradi@tuni.fi::3c3fe72f-1b87-475c-ab45-f620a88a0059" providerId="AD" clId="Web-{A107E6E1-BDF0-EE5B-2F19-574DCA7E2728}" dt="2024-01-17T08:46:22.766" v="14" actId="1076"/>
          <ac:spMkLst>
            <pc:docMk/>
            <pc:sldMk cId="4272559894" sldId="256"/>
            <ac:spMk id="4" creationId="{080E792F-FFE2-1D9A-EFD5-ADFBB61F58C2}"/>
          </ac:spMkLst>
        </pc:spChg>
        <pc:spChg chg="add mod">
          <ac:chgData name="Mina Shahmoradi" userId="S::mina.shahmoradi@tuni.fi::3c3fe72f-1b87-475c-ab45-f620a88a0059" providerId="AD" clId="Web-{A107E6E1-BDF0-EE5B-2F19-574DCA7E2728}" dt="2024-01-17T08:51:45.551" v="151" actId="20577"/>
          <ac:spMkLst>
            <pc:docMk/>
            <pc:sldMk cId="4272559894" sldId="256"/>
            <ac:spMk id="6" creationId="{2D0A1E0F-76DC-6201-7F6E-FED76EFCD3D3}"/>
          </ac:spMkLst>
        </pc:spChg>
      </pc:sldChg>
      <pc:sldChg chg="del">
        <pc:chgData name="Mina Shahmoradi" userId="S::mina.shahmoradi@tuni.fi::3c3fe72f-1b87-475c-ab45-f620a88a0059" providerId="AD" clId="Web-{A107E6E1-BDF0-EE5B-2F19-574DCA7E2728}" dt="2024-01-17T08:56:38.882" v="237"/>
        <pc:sldMkLst>
          <pc:docMk/>
          <pc:sldMk cId="403466499" sldId="257"/>
        </pc:sldMkLst>
      </pc:sldChg>
      <pc:sldChg chg="modSp del">
        <pc:chgData name="Mina Shahmoradi" userId="S::mina.shahmoradi@tuni.fi::3c3fe72f-1b87-475c-ab45-f620a88a0059" providerId="AD" clId="Web-{A107E6E1-BDF0-EE5B-2F19-574DCA7E2728}" dt="2024-01-17T08:53:54.396" v="208"/>
        <pc:sldMkLst>
          <pc:docMk/>
          <pc:sldMk cId="424422507" sldId="258"/>
        </pc:sldMkLst>
        <pc:spChg chg="mod">
          <ac:chgData name="Mina Shahmoradi" userId="S::mina.shahmoradi@tuni.fi::3c3fe72f-1b87-475c-ab45-f620a88a0059" providerId="AD" clId="Web-{A107E6E1-BDF0-EE5B-2F19-574DCA7E2728}" dt="2024-01-17T08:53:13.364" v="197" actId="1076"/>
          <ac:spMkLst>
            <pc:docMk/>
            <pc:sldMk cId="424422507" sldId="258"/>
            <ac:spMk id="2" creationId="{31601EF0-CF91-49AB-B547-38399F5BF7B8}"/>
          </ac:spMkLst>
        </pc:spChg>
        <pc:spChg chg="mod">
          <ac:chgData name="Mina Shahmoradi" userId="S::mina.shahmoradi@tuni.fi::3c3fe72f-1b87-475c-ab45-f620a88a0059" providerId="AD" clId="Web-{A107E6E1-BDF0-EE5B-2F19-574DCA7E2728}" dt="2024-01-17T08:53:41.192" v="205" actId="1076"/>
          <ac:spMkLst>
            <pc:docMk/>
            <pc:sldMk cId="424422507" sldId="258"/>
            <ac:spMk id="3" creationId="{34842910-547F-499B-8646-280B23081616}"/>
          </ac:spMkLst>
        </pc:spChg>
      </pc:sldChg>
      <pc:sldChg chg="del">
        <pc:chgData name="Mina Shahmoradi" userId="S::mina.shahmoradi@tuni.fi::3c3fe72f-1b87-475c-ab45-f620a88a0059" providerId="AD" clId="Web-{A107E6E1-BDF0-EE5B-2F19-574DCA7E2728}" dt="2024-01-17T08:56:23.694" v="236"/>
        <pc:sldMkLst>
          <pc:docMk/>
          <pc:sldMk cId="670384532" sldId="259"/>
        </pc:sldMkLst>
      </pc:sldChg>
      <pc:sldChg chg="new del">
        <pc:chgData name="Mina Shahmoradi" userId="S::mina.shahmoradi@tuni.fi::3c3fe72f-1b87-475c-ab45-f620a88a0059" providerId="AD" clId="Web-{A107E6E1-BDF0-EE5B-2F19-574DCA7E2728}" dt="2024-01-17T08:53:25.895" v="201"/>
        <pc:sldMkLst>
          <pc:docMk/>
          <pc:sldMk cId="3687003261" sldId="260"/>
        </pc:sldMkLst>
      </pc:sldChg>
      <pc:sldChg chg="modSp add del replId">
        <pc:chgData name="Mina Shahmoradi" userId="S::mina.shahmoradi@tuni.fi::3c3fe72f-1b87-475c-ab45-f620a88a0059" providerId="AD" clId="Web-{A107E6E1-BDF0-EE5B-2F19-574DCA7E2728}" dt="2024-01-17T08:53:50.818" v="207"/>
        <pc:sldMkLst>
          <pc:docMk/>
          <pc:sldMk cId="3678265732" sldId="261"/>
        </pc:sldMkLst>
        <pc:spChg chg="mod">
          <ac:chgData name="Mina Shahmoradi" userId="S::mina.shahmoradi@tuni.fi::3c3fe72f-1b87-475c-ab45-f620a88a0059" providerId="AD" clId="Web-{A107E6E1-BDF0-EE5B-2F19-574DCA7E2728}" dt="2024-01-17T08:53:48.255" v="206" actId="1076"/>
          <ac:spMkLst>
            <pc:docMk/>
            <pc:sldMk cId="3678265732" sldId="261"/>
            <ac:spMk id="3" creationId="{0098CD8B-77C9-DCC1-835C-3C48A725ACA4}"/>
          </ac:spMkLst>
        </pc:spChg>
      </pc:sldChg>
      <pc:sldChg chg="modSp add replId">
        <pc:chgData name="Mina Shahmoradi" userId="S::mina.shahmoradi@tuni.fi::3c3fe72f-1b87-475c-ab45-f620a88a0059" providerId="AD" clId="Web-{A107E6E1-BDF0-EE5B-2F19-574DCA7E2728}" dt="2024-01-17T08:53:35.271" v="204" actId="20577"/>
        <pc:sldMkLst>
          <pc:docMk/>
          <pc:sldMk cId="3173622675" sldId="262"/>
        </pc:sldMkLst>
        <pc:spChg chg="mod">
          <ac:chgData name="Mina Shahmoradi" userId="S::mina.shahmoradi@tuni.fi::3c3fe72f-1b87-475c-ab45-f620a88a0059" providerId="AD" clId="Web-{A107E6E1-BDF0-EE5B-2F19-574DCA7E2728}" dt="2024-01-17T08:53:35.271" v="204" actId="20577"/>
          <ac:spMkLst>
            <pc:docMk/>
            <pc:sldMk cId="3173622675" sldId="262"/>
            <ac:spMk id="3" creationId="{EF15FC94-847E-9314-3182-A5FE8CE0ABA9}"/>
          </ac:spMkLst>
        </pc:spChg>
      </pc:sldChg>
      <pc:sldChg chg="new del">
        <pc:chgData name="Mina Shahmoradi" userId="S::mina.shahmoradi@tuni.fi::3c3fe72f-1b87-475c-ab45-f620a88a0059" providerId="AD" clId="Web-{A107E6E1-BDF0-EE5B-2F19-574DCA7E2728}" dt="2024-01-17T08:54:00.286" v="212"/>
        <pc:sldMkLst>
          <pc:docMk/>
          <pc:sldMk cId="932559371" sldId="263"/>
        </pc:sldMkLst>
      </pc:sldChg>
      <pc:sldChg chg="modSp add replId">
        <pc:chgData name="Mina Shahmoradi" userId="S::mina.shahmoradi@tuni.fi::3c3fe72f-1b87-475c-ab45-f620a88a0059" providerId="AD" clId="Web-{A107E6E1-BDF0-EE5B-2F19-574DCA7E2728}" dt="2024-01-17T08:58:54.634" v="306" actId="20577"/>
        <pc:sldMkLst>
          <pc:docMk/>
          <pc:sldMk cId="2777773773" sldId="264"/>
        </pc:sldMkLst>
        <pc:spChg chg="mod">
          <ac:chgData name="Mina Shahmoradi" userId="S::mina.shahmoradi@tuni.fi::3c3fe72f-1b87-475c-ab45-f620a88a0059" providerId="AD" clId="Web-{A107E6E1-BDF0-EE5B-2F19-574DCA7E2728}" dt="2024-01-17T08:55:20.397" v="219" actId="20577"/>
          <ac:spMkLst>
            <pc:docMk/>
            <pc:sldMk cId="2777773773" sldId="264"/>
            <ac:spMk id="2" creationId="{4D072B6C-7AB2-3087-F28B-A47C42CBD5AE}"/>
          </ac:spMkLst>
        </pc:spChg>
        <pc:spChg chg="mod">
          <ac:chgData name="Mina Shahmoradi" userId="S::mina.shahmoradi@tuni.fi::3c3fe72f-1b87-475c-ab45-f620a88a0059" providerId="AD" clId="Web-{A107E6E1-BDF0-EE5B-2F19-574DCA7E2728}" dt="2024-01-17T08:58:54.634" v="306" actId="20577"/>
          <ac:spMkLst>
            <pc:docMk/>
            <pc:sldMk cId="2777773773" sldId="264"/>
            <ac:spMk id="3" creationId="{83423E01-082C-D9AC-45C8-D89A4AD8ABD0}"/>
          </ac:spMkLst>
        </pc:spChg>
      </pc:sldChg>
      <pc:sldChg chg="modSp add replId">
        <pc:chgData name="Mina Shahmoradi" userId="S::mina.shahmoradi@tuni.fi::3c3fe72f-1b87-475c-ab45-f620a88a0059" providerId="AD" clId="Web-{A107E6E1-BDF0-EE5B-2F19-574DCA7E2728}" dt="2024-01-17T08:57:49.227" v="285" actId="20577"/>
        <pc:sldMkLst>
          <pc:docMk/>
          <pc:sldMk cId="1960560417" sldId="265"/>
        </pc:sldMkLst>
        <pc:spChg chg="mod">
          <ac:chgData name="Mina Shahmoradi" userId="S::mina.shahmoradi@tuni.fi::3c3fe72f-1b87-475c-ab45-f620a88a0059" providerId="AD" clId="Web-{A107E6E1-BDF0-EE5B-2F19-574DCA7E2728}" dt="2024-01-17T08:56:15.882" v="233" actId="20577"/>
          <ac:spMkLst>
            <pc:docMk/>
            <pc:sldMk cId="1960560417" sldId="265"/>
            <ac:spMk id="2" creationId="{8175079B-E0B4-321C-D171-740230F8DBCD}"/>
          </ac:spMkLst>
        </pc:spChg>
        <pc:spChg chg="mod">
          <ac:chgData name="Mina Shahmoradi" userId="S::mina.shahmoradi@tuni.fi::3c3fe72f-1b87-475c-ab45-f620a88a0059" providerId="AD" clId="Web-{A107E6E1-BDF0-EE5B-2F19-574DCA7E2728}" dt="2024-01-17T08:57:49.227" v="285" actId="20577"/>
          <ac:spMkLst>
            <pc:docMk/>
            <pc:sldMk cId="1960560417" sldId="265"/>
            <ac:spMk id="3" creationId="{831B4691-A713-F7D0-A29F-35AAD01D6DD7}"/>
          </ac:spMkLst>
        </pc:spChg>
      </pc:sldChg>
      <pc:sldChg chg="modSp add replId">
        <pc:chgData name="Mina Shahmoradi" userId="S::mina.shahmoradi@tuni.fi::3c3fe72f-1b87-475c-ab45-f620a88a0059" providerId="AD" clId="Web-{A107E6E1-BDF0-EE5B-2F19-574DCA7E2728}" dt="2024-01-17T08:56:56.804" v="243" actId="20577"/>
        <pc:sldMkLst>
          <pc:docMk/>
          <pc:sldMk cId="2175166542" sldId="266"/>
        </pc:sldMkLst>
        <pc:spChg chg="mod">
          <ac:chgData name="Mina Shahmoradi" userId="S::mina.shahmoradi@tuni.fi::3c3fe72f-1b87-475c-ab45-f620a88a0059" providerId="AD" clId="Web-{A107E6E1-BDF0-EE5B-2F19-574DCA7E2728}" dt="2024-01-17T08:56:56.804" v="243" actId="20577"/>
          <ac:spMkLst>
            <pc:docMk/>
            <pc:sldMk cId="2175166542" sldId="266"/>
            <ac:spMk id="3" creationId="{7549072D-DA60-4414-0659-D4BAA5E52EE8}"/>
          </ac:spMkLst>
        </pc:spChg>
      </pc:sldChg>
      <pc:sldChg chg="modSp add replId">
        <pc:chgData name="Mina Shahmoradi" userId="S::mina.shahmoradi@tuni.fi::3c3fe72f-1b87-475c-ab45-f620a88a0059" providerId="AD" clId="Web-{A107E6E1-BDF0-EE5B-2F19-574DCA7E2728}" dt="2024-01-17T08:57:02.023" v="247" actId="20577"/>
        <pc:sldMkLst>
          <pc:docMk/>
          <pc:sldMk cId="358441839" sldId="267"/>
        </pc:sldMkLst>
        <pc:spChg chg="mod">
          <ac:chgData name="Mina Shahmoradi" userId="S::mina.shahmoradi@tuni.fi::3c3fe72f-1b87-475c-ab45-f620a88a0059" providerId="AD" clId="Web-{A107E6E1-BDF0-EE5B-2F19-574DCA7E2728}" dt="2024-01-17T08:57:02.023" v="247" actId="20577"/>
          <ac:spMkLst>
            <pc:docMk/>
            <pc:sldMk cId="358441839" sldId="267"/>
            <ac:spMk id="3" creationId="{F6EEA819-F1D4-2E5B-7B37-986FD1988BE6}"/>
          </ac:spMkLst>
        </pc:spChg>
      </pc:sldChg>
      <pc:sldChg chg="new del">
        <pc:chgData name="Mina Shahmoradi" userId="S::mina.shahmoradi@tuni.fi::3c3fe72f-1b87-475c-ab45-f620a88a0059" providerId="AD" clId="Web-{A107E6E1-BDF0-EE5B-2F19-574DCA7E2728}" dt="2024-01-17T08:56:45.570" v="239"/>
        <pc:sldMkLst>
          <pc:docMk/>
          <pc:sldMk cId="1180625433" sldId="268"/>
        </pc:sldMkLst>
      </pc:sldChg>
    </pc:docChg>
  </pc:docChgLst>
  <pc:docChgLst>
    <pc:chgData name="Matej Grados" userId="S::matej.grados@tuni.fi::d3c27293-dc35-4358-a5cf-565ac8831160" providerId="AD" clId="Web-{FF4CACDC-5BB8-D1B9-F879-02A57E009B77}"/>
    <pc:docChg chg="addSld delSld modSld sldOrd">
      <pc:chgData name="Matej Grados" userId="S::matej.grados@tuni.fi::d3c27293-dc35-4358-a5cf-565ac8831160" providerId="AD" clId="Web-{FF4CACDC-5BB8-D1B9-F879-02A57E009B77}" dt="2024-01-19T07:55:11.163" v="154" actId="20577"/>
      <pc:docMkLst>
        <pc:docMk/>
      </pc:docMkLst>
      <pc:sldChg chg="ord">
        <pc:chgData name="Matej Grados" userId="S::matej.grados@tuni.fi::d3c27293-dc35-4358-a5cf-565ac8831160" providerId="AD" clId="Web-{FF4CACDC-5BB8-D1B9-F879-02A57E009B77}" dt="2024-01-19T07:52:42.153" v="4"/>
        <pc:sldMkLst>
          <pc:docMk/>
          <pc:sldMk cId="2777773773" sldId="264"/>
        </pc:sldMkLst>
      </pc:sldChg>
      <pc:sldChg chg="modSp add replId">
        <pc:chgData name="Matej Grados" userId="S::matej.grados@tuni.fi::d3c27293-dc35-4358-a5cf-565ac8831160" providerId="AD" clId="Web-{FF4CACDC-5BB8-D1B9-F879-02A57E009B77}" dt="2024-01-19T07:55:11.163" v="154" actId="20577"/>
        <pc:sldMkLst>
          <pc:docMk/>
          <pc:sldMk cId="1829221449" sldId="269"/>
        </pc:sldMkLst>
        <pc:spChg chg="mod">
          <ac:chgData name="Matej Grados" userId="S::matej.grados@tuni.fi::d3c27293-dc35-4358-a5cf-565ac8831160" providerId="AD" clId="Web-{FF4CACDC-5BB8-D1B9-F879-02A57E009B77}" dt="2024-01-19T07:53:41.032" v="75" actId="20577"/>
          <ac:spMkLst>
            <pc:docMk/>
            <pc:sldMk cId="1829221449" sldId="269"/>
            <ac:spMk id="2" creationId="{559C9F56-200C-3697-CE8E-A37D6D5E73EE}"/>
          </ac:spMkLst>
        </pc:spChg>
        <pc:spChg chg="mod">
          <ac:chgData name="Matej Grados" userId="S::matej.grados@tuni.fi::d3c27293-dc35-4358-a5cf-565ac8831160" providerId="AD" clId="Web-{FF4CACDC-5BB8-D1B9-F879-02A57E009B77}" dt="2024-01-19T07:55:11.163" v="154" actId="20577"/>
          <ac:spMkLst>
            <pc:docMk/>
            <pc:sldMk cId="1829221449" sldId="269"/>
            <ac:spMk id="3" creationId="{0BBFE933-C63E-5CA9-F33C-4835EB233945}"/>
          </ac:spMkLst>
        </pc:spChg>
      </pc:sldChg>
      <pc:sldChg chg="new del">
        <pc:chgData name="Matej Grados" userId="S::matej.grados@tuni.fi::d3c27293-dc35-4358-a5cf-565ac8831160" providerId="AD" clId="Web-{FF4CACDC-5BB8-D1B9-F879-02A57E009B77}" dt="2024-01-19T07:52:39.215" v="3"/>
        <pc:sldMkLst>
          <pc:docMk/>
          <pc:sldMk cId="3584783401" sldId="269"/>
        </pc:sldMkLst>
      </pc:sldChg>
      <pc:sldChg chg="add del ord replId">
        <pc:chgData name="Matej Grados" userId="S::matej.grados@tuni.fi::d3c27293-dc35-4358-a5cf-565ac8831160" providerId="AD" clId="Web-{FF4CACDC-5BB8-D1B9-F879-02A57E009B77}" dt="2024-01-19T07:52:50.450" v="5"/>
        <pc:sldMkLst>
          <pc:docMk/>
          <pc:sldMk cId="317988774" sldId="2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2398E1-C99F-B940-AA2A-81EFFACD43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11D06C-D5DE-814D-931E-02A0CE659BAA}" type="datetimeFigureOut">
              <a:rPr lang="fi-FI" smtClean="0"/>
              <a:t>28.1.2026</a:t>
            </a:fld>
            <a:endParaRPr lang="fi-FI"/>
          </a:p>
        </p:txBody>
      </p:sp>
      <p:sp>
        <p:nvSpPr>
          <p:cNvPr id="4" name="Footer Placeholder 3">
            <a:extLst>
              <a:ext uri="{FF2B5EF4-FFF2-40B4-BE49-F238E27FC236}">
                <a16:creationId xmlns:a16="http://schemas.microsoft.com/office/drawing/2014/main" id="{A6F1C63F-BE00-6D49-B7F3-B253A7D51A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5" name="Slide Number Placeholder 4">
            <a:extLst>
              <a:ext uri="{FF2B5EF4-FFF2-40B4-BE49-F238E27FC236}">
                <a16:creationId xmlns:a16="http://schemas.microsoft.com/office/drawing/2014/main" id="{E6271539-0194-5C43-B2F5-2C601016B9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E09C7D-6C28-B047-9D84-D52122B215C7}" type="slidenum">
              <a:rPr lang="fi-FI" smtClean="0"/>
              <a:t>‹#›</a:t>
            </a:fld>
            <a:endParaRPr lang="fi-FI"/>
          </a:p>
        </p:txBody>
      </p:sp>
    </p:spTree>
    <p:extLst>
      <p:ext uri="{BB962C8B-B14F-4D97-AF65-F5344CB8AC3E}">
        <p14:creationId xmlns:p14="http://schemas.microsoft.com/office/powerpoint/2010/main" val="37715555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E9BFB5-475C-5B44-BA4D-42DE8089864D}" type="datetimeFigureOut">
              <a:rPr lang="fi-FI" smtClean="0"/>
              <a:t>28.1.2026</a:t>
            </a:fld>
            <a:endParaRPr lang="fi-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i-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A97949-CA96-A34A-920F-344DC55B3479}" type="slidenum">
              <a:rPr lang="fi-FI" smtClean="0"/>
              <a:t>‹#›</a:t>
            </a:fld>
            <a:endParaRPr lang="fi-FI"/>
          </a:p>
        </p:txBody>
      </p:sp>
    </p:spTree>
    <p:extLst>
      <p:ext uri="{BB962C8B-B14F-4D97-AF65-F5344CB8AC3E}">
        <p14:creationId xmlns:p14="http://schemas.microsoft.com/office/powerpoint/2010/main" val="3078629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a:t>
            </a:r>
          </a:p>
          <a:p>
            <a:r>
              <a:rPr lang="en-US" dirty="0"/>
              <a:t>Thesis subject</a:t>
            </a:r>
          </a:p>
          <a:p>
            <a:r>
              <a:rPr lang="en-US" dirty="0"/>
              <a:t>supervisor</a:t>
            </a:r>
          </a:p>
        </p:txBody>
      </p:sp>
      <p:sp>
        <p:nvSpPr>
          <p:cNvPr id="4" name="Slide Number Placeholder 3"/>
          <p:cNvSpPr>
            <a:spLocks noGrp="1"/>
          </p:cNvSpPr>
          <p:nvPr>
            <p:ph type="sldNum" sz="quarter" idx="5"/>
          </p:nvPr>
        </p:nvSpPr>
        <p:spPr/>
        <p:txBody>
          <a:bodyPr/>
          <a:lstStyle/>
          <a:p>
            <a:fld id="{F1A97949-CA96-A34A-920F-344DC55B3479}" type="slidenum">
              <a:rPr lang="fi-FI" smtClean="0"/>
              <a:t>1</a:t>
            </a:fld>
            <a:endParaRPr lang="fi-FI"/>
          </a:p>
        </p:txBody>
      </p:sp>
    </p:spTree>
    <p:extLst>
      <p:ext uri="{BB962C8B-B14F-4D97-AF65-F5344CB8AC3E}">
        <p14:creationId xmlns:p14="http://schemas.microsoft.com/office/powerpoint/2010/main" val="235875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2</a:t>
            </a:fld>
            <a:endParaRPr lang="fi-FI"/>
          </a:p>
        </p:txBody>
      </p:sp>
    </p:spTree>
    <p:extLst>
      <p:ext uri="{BB962C8B-B14F-4D97-AF65-F5344CB8AC3E}">
        <p14:creationId xmlns:p14="http://schemas.microsoft.com/office/powerpoint/2010/main" val="36925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3</a:t>
            </a:fld>
            <a:endParaRPr lang="fi-FI"/>
          </a:p>
        </p:txBody>
      </p:sp>
    </p:spTree>
    <p:extLst>
      <p:ext uri="{BB962C8B-B14F-4D97-AF65-F5344CB8AC3E}">
        <p14:creationId xmlns:p14="http://schemas.microsoft.com/office/powerpoint/2010/main" val="1011923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4</a:t>
            </a:fld>
            <a:endParaRPr lang="fi-FI"/>
          </a:p>
        </p:txBody>
      </p:sp>
    </p:spTree>
    <p:extLst>
      <p:ext uri="{BB962C8B-B14F-4D97-AF65-F5344CB8AC3E}">
        <p14:creationId xmlns:p14="http://schemas.microsoft.com/office/powerpoint/2010/main" val="3067277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5</a:t>
            </a:fld>
            <a:endParaRPr lang="fi-FI"/>
          </a:p>
        </p:txBody>
      </p:sp>
    </p:spTree>
    <p:extLst>
      <p:ext uri="{BB962C8B-B14F-4D97-AF65-F5344CB8AC3E}">
        <p14:creationId xmlns:p14="http://schemas.microsoft.com/office/powerpoint/2010/main" val="2985221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6</a:t>
            </a:fld>
            <a:endParaRPr lang="fi-FI"/>
          </a:p>
        </p:txBody>
      </p:sp>
    </p:spTree>
    <p:extLst>
      <p:ext uri="{BB962C8B-B14F-4D97-AF65-F5344CB8AC3E}">
        <p14:creationId xmlns:p14="http://schemas.microsoft.com/office/powerpoint/2010/main" val="2528239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7</a:t>
            </a:fld>
            <a:endParaRPr lang="fi-FI"/>
          </a:p>
        </p:txBody>
      </p:sp>
    </p:spTree>
    <p:extLst>
      <p:ext uri="{BB962C8B-B14F-4D97-AF65-F5344CB8AC3E}">
        <p14:creationId xmlns:p14="http://schemas.microsoft.com/office/powerpoint/2010/main" val="1599357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8</a:t>
            </a:fld>
            <a:endParaRPr lang="fi-FI"/>
          </a:p>
        </p:txBody>
      </p:sp>
    </p:spTree>
    <p:extLst>
      <p:ext uri="{BB962C8B-B14F-4D97-AF65-F5344CB8AC3E}">
        <p14:creationId xmlns:p14="http://schemas.microsoft.com/office/powerpoint/2010/main" val="2615264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p:cNvSpPr>
            <a:spLocks noGrp="1"/>
          </p:cNvSpPr>
          <p:nvPr>
            <p:ph type="sldNum" sz="quarter" idx="5"/>
          </p:nvPr>
        </p:nvSpPr>
        <p:spPr/>
        <p:txBody>
          <a:bodyPr/>
          <a:lstStyle/>
          <a:p>
            <a:fld id="{F1A97949-CA96-A34A-920F-344DC55B3479}" type="slidenum">
              <a:rPr lang="fi-FI" smtClean="0"/>
              <a:t>9</a:t>
            </a:fld>
            <a:endParaRPr lang="fi-FI"/>
          </a:p>
        </p:txBody>
      </p:sp>
    </p:spTree>
    <p:extLst>
      <p:ext uri="{BB962C8B-B14F-4D97-AF65-F5344CB8AC3E}">
        <p14:creationId xmlns:p14="http://schemas.microsoft.com/office/powerpoint/2010/main" val="3587672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10</a:t>
            </a:fld>
            <a:endParaRPr lang="fi-FI"/>
          </a:p>
        </p:txBody>
      </p:sp>
    </p:spTree>
    <p:extLst>
      <p:ext uri="{BB962C8B-B14F-4D97-AF65-F5344CB8AC3E}">
        <p14:creationId xmlns:p14="http://schemas.microsoft.com/office/powerpoint/2010/main" val="745663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DD44F-AA8E-CD8C-35BF-AD6E77C83E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B415D-0669-50FF-A7C8-FDA89890DC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75937-DB83-88C1-154A-0EDD2622BB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D5759D-A0F6-668E-23C5-EC03837EFC84}"/>
              </a:ext>
            </a:extLst>
          </p:cNvPr>
          <p:cNvSpPr>
            <a:spLocks noGrp="1"/>
          </p:cNvSpPr>
          <p:nvPr>
            <p:ph type="sldNum" sz="quarter" idx="5"/>
          </p:nvPr>
        </p:nvSpPr>
        <p:spPr/>
        <p:txBody>
          <a:bodyPr/>
          <a:lstStyle/>
          <a:p>
            <a:fld id="{F1A97949-CA96-A34A-920F-344DC55B3479}" type="slidenum">
              <a:rPr lang="fi-FI" smtClean="0"/>
              <a:t>11</a:t>
            </a:fld>
            <a:endParaRPr lang="fi-FI"/>
          </a:p>
        </p:txBody>
      </p:sp>
    </p:spTree>
    <p:extLst>
      <p:ext uri="{BB962C8B-B14F-4D97-AF65-F5344CB8AC3E}">
        <p14:creationId xmlns:p14="http://schemas.microsoft.com/office/powerpoint/2010/main" val="4119645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35A0-DE61-975A-02CF-78E2F6159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1828E-31BC-4ED2-E1AB-E465A32F2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A38765-EBC7-9240-4EA6-C0B58D51F6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9EE146-D437-8C4F-D27F-727F253ACE08}"/>
              </a:ext>
            </a:extLst>
          </p:cNvPr>
          <p:cNvSpPr>
            <a:spLocks noGrp="1"/>
          </p:cNvSpPr>
          <p:nvPr>
            <p:ph type="sldNum" sz="quarter" idx="5"/>
          </p:nvPr>
        </p:nvSpPr>
        <p:spPr/>
        <p:txBody>
          <a:bodyPr/>
          <a:lstStyle/>
          <a:p>
            <a:fld id="{F1A97949-CA96-A34A-920F-344DC55B3479}" type="slidenum">
              <a:rPr lang="fi-FI" smtClean="0"/>
              <a:t>12</a:t>
            </a:fld>
            <a:endParaRPr lang="fi-FI"/>
          </a:p>
        </p:txBody>
      </p:sp>
    </p:spTree>
    <p:extLst>
      <p:ext uri="{BB962C8B-B14F-4D97-AF65-F5344CB8AC3E}">
        <p14:creationId xmlns:p14="http://schemas.microsoft.com/office/powerpoint/2010/main" val="1281720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9093D-7C1F-8BAE-B982-A41487A07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68122-5968-2008-B142-306FF0E00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297BD-E2D9-94F9-9D5A-615FFBDE57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0C439D-AD7F-43DC-0CBA-74DB972BD291}"/>
              </a:ext>
            </a:extLst>
          </p:cNvPr>
          <p:cNvSpPr>
            <a:spLocks noGrp="1"/>
          </p:cNvSpPr>
          <p:nvPr>
            <p:ph type="sldNum" sz="quarter" idx="5"/>
          </p:nvPr>
        </p:nvSpPr>
        <p:spPr/>
        <p:txBody>
          <a:bodyPr/>
          <a:lstStyle/>
          <a:p>
            <a:fld id="{F1A97949-CA96-A34A-920F-344DC55B3479}" type="slidenum">
              <a:rPr lang="fi-FI" smtClean="0"/>
              <a:t>13</a:t>
            </a:fld>
            <a:endParaRPr lang="fi-FI"/>
          </a:p>
        </p:txBody>
      </p:sp>
    </p:spTree>
    <p:extLst>
      <p:ext uri="{BB962C8B-B14F-4D97-AF65-F5344CB8AC3E}">
        <p14:creationId xmlns:p14="http://schemas.microsoft.com/office/powerpoint/2010/main" val="3610234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9EEC9-EEED-5E78-278C-FFC1B993B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EE89A-D7B4-ACB3-BFF0-735586D4B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07755-2B3F-6946-763E-C189BD7B5C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8765A8-1E0F-CAED-E50F-1F8661B113C6}"/>
              </a:ext>
            </a:extLst>
          </p:cNvPr>
          <p:cNvSpPr>
            <a:spLocks noGrp="1"/>
          </p:cNvSpPr>
          <p:nvPr>
            <p:ph type="sldNum" sz="quarter" idx="5"/>
          </p:nvPr>
        </p:nvSpPr>
        <p:spPr/>
        <p:txBody>
          <a:bodyPr/>
          <a:lstStyle/>
          <a:p>
            <a:fld id="{F1A97949-CA96-A34A-920F-344DC55B3479}" type="slidenum">
              <a:rPr lang="fi-FI" smtClean="0"/>
              <a:t>14</a:t>
            </a:fld>
            <a:endParaRPr lang="fi-FI"/>
          </a:p>
        </p:txBody>
      </p:sp>
    </p:spTree>
    <p:extLst>
      <p:ext uri="{BB962C8B-B14F-4D97-AF65-F5344CB8AC3E}">
        <p14:creationId xmlns:p14="http://schemas.microsoft.com/office/powerpoint/2010/main" val="910358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DFE31-F1F6-D205-1A88-5E428AE36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98B45-B960-A295-2F7F-D59D6993E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E196C-9867-EDFB-C6A9-A7D25E223059}"/>
              </a:ext>
            </a:extLst>
          </p:cNvPr>
          <p:cNvSpPr>
            <a:spLocks noGrp="1"/>
          </p:cNvSpPr>
          <p:nvPr>
            <p:ph type="body" idx="1"/>
          </p:nvPr>
        </p:nvSpPr>
        <p:spPr/>
        <p:txBody>
          <a:bodyPr/>
          <a:lstStyle/>
          <a:p>
            <a:r>
              <a:rPr lang="en-US" dirty="0"/>
              <a:t>Now, let check the datasets first to have an understanding how the results is desired to be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Sample of  CDS and generated CDS of 21 months old is given on the left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From the plots</a:t>
            </a:r>
          </a:p>
          <a:p>
            <a:endParaRPr lang="en-US" dirty="0"/>
          </a:p>
          <a:p>
            <a:r>
              <a:rPr lang="en-US" dirty="0"/>
              <a:t>TTR needs to be improved while rest of the metrics does not get worse</a:t>
            </a:r>
          </a:p>
          <a:p>
            <a:endParaRPr lang="en-US" dirty="0"/>
          </a:p>
          <a:p>
            <a:r>
              <a:rPr lang="en-US" dirty="0"/>
              <a:t>In this plot you see this violin plots, which shows variation of these metrics through out one age group, </a:t>
            </a:r>
          </a:p>
          <a:p>
            <a:r>
              <a:rPr lang="en-US" dirty="0"/>
              <a:t>this means for example in pronoun rate although there is some differences to be observed by the general outline btw </a:t>
            </a:r>
            <a:r>
              <a:rPr lang="en-US" dirty="0" err="1"/>
              <a:t>cds</a:t>
            </a:r>
            <a:r>
              <a:rPr lang="en-US" dirty="0"/>
              <a:t> and generated </a:t>
            </a:r>
            <a:r>
              <a:rPr lang="en-US" dirty="0" err="1"/>
              <a:t>cds</a:t>
            </a:r>
            <a:r>
              <a:rPr lang="en-US" dirty="0"/>
              <a:t>,</a:t>
            </a:r>
          </a:p>
          <a:p>
            <a:r>
              <a:rPr lang="en-US" dirty="0"/>
              <a:t>the overlapping values are a lot as well. </a:t>
            </a:r>
          </a:p>
          <a:p>
            <a:r>
              <a:rPr lang="en-US" dirty="0"/>
              <a:t>This trend is happening in many of the other metrics similarly.</a:t>
            </a:r>
          </a:p>
        </p:txBody>
      </p:sp>
      <p:sp>
        <p:nvSpPr>
          <p:cNvPr id="4" name="Slide Number Placeholder 3">
            <a:extLst>
              <a:ext uri="{FF2B5EF4-FFF2-40B4-BE49-F238E27FC236}">
                <a16:creationId xmlns:a16="http://schemas.microsoft.com/office/drawing/2014/main" id="{F9DFC4E3-D8F8-C961-4D0F-DE9A8AA3E586}"/>
              </a:ext>
            </a:extLst>
          </p:cNvPr>
          <p:cNvSpPr>
            <a:spLocks noGrp="1"/>
          </p:cNvSpPr>
          <p:nvPr>
            <p:ph type="sldNum" sz="quarter" idx="5"/>
          </p:nvPr>
        </p:nvSpPr>
        <p:spPr/>
        <p:txBody>
          <a:bodyPr/>
          <a:lstStyle/>
          <a:p>
            <a:fld id="{F1A97949-CA96-A34A-920F-344DC55B3479}" type="slidenum">
              <a:rPr lang="fi-FI" smtClean="0"/>
              <a:t>15</a:t>
            </a:fld>
            <a:endParaRPr lang="fi-FI"/>
          </a:p>
        </p:txBody>
      </p:sp>
    </p:spTree>
    <p:extLst>
      <p:ext uri="{BB962C8B-B14F-4D97-AF65-F5344CB8AC3E}">
        <p14:creationId xmlns:p14="http://schemas.microsoft.com/office/powerpoint/2010/main" val="972852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3D506-E9DF-AF5A-D4FC-4C2CDAFDA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B610C-7CF8-A03D-5711-F81279607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706308-A135-5A24-C684-848DA53400D5}"/>
              </a:ext>
            </a:extLst>
          </p:cNvPr>
          <p:cNvSpPr>
            <a:spLocks noGrp="1"/>
          </p:cNvSpPr>
          <p:nvPr>
            <p:ph type="body" idx="1"/>
          </p:nvPr>
        </p:nvSpPr>
        <p:spPr/>
        <p:txBody>
          <a:bodyPr/>
          <a:lstStyle/>
          <a:p>
            <a:r>
              <a:rPr lang="en-US" dirty="0"/>
              <a:t>Now A sample is given from CBT and also a sample of generated CBT from age 21 month is given on the left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more readability violin plot is not shown now,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and through the thesis age data has been randomly assigned to CBT dataset based on age distribution of CDS,</a:t>
            </a:r>
          </a:p>
          <a:p>
            <a:endParaRPr lang="en-US" dirty="0"/>
          </a:p>
          <a:p>
            <a:r>
              <a:rPr lang="en-US" dirty="0"/>
              <a:t>The most important result to notice here is that the</a:t>
            </a:r>
          </a:p>
          <a:p>
            <a:r>
              <a:rPr lang="en-US" dirty="0"/>
              <a:t>CBT and generated CBT are age indifference as expected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we can notice the different language properties of the two datasets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[Utterance length is different in between these two datasets, Also TTR, </a:t>
            </a:r>
            <a:r>
              <a:rPr lang="en-US" dirty="0" err="1"/>
              <a:t>lm</a:t>
            </a:r>
            <a:r>
              <a:rPr lang="en-US" dirty="0"/>
              <a:t> perplexity. Complex sentence rate, dependency per root and so on.]</a:t>
            </a:r>
          </a:p>
          <a:p>
            <a:endParaRPr lang="en-US" dirty="0"/>
          </a:p>
          <a:p>
            <a:endParaRPr lang="en-US" dirty="0"/>
          </a:p>
        </p:txBody>
      </p:sp>
      <p:sp>
        <p:nvSpPr>
          <p:cNvPr id="4" name="Slide Number Placeholder 3">
            <a:extLst>
              <a:ext uri="{FF2B5EF4-FFF2-40B4-BE49-F238E27FC236}">
                <a16:creationId xmlns:a16="http://schemas.microsoft.com/office/drawing/2014/main" id="{B59920FC-1F0D-8FD9-56B8-2E9EDCD5B36F}"/>
              </a:ext>
            </a:extLst>
          </p:cNvPr>
          <p:cNvSpPr>
            <a:spLocks noGrp="1"/>
          </p:cNvSpPr>
          <p:nvPr>
            <p:ph type="sldNum" sz="quarter" idx="5"/>
          </p:nvPr>
        </p:nvSpPr>
        <p:spPr/>
        <p:txBody>
          <a:bodyPr/>
          <a:lstStyle/>
          <a:p>
            <a:fld id="{F1A97949-CA96-A34A-920F-344DC55B3479}" type="slidenum">
              <a:rPr lang="fi-FI" smtClean="0"/>
              <a:t>16</a:t>
            </a:fld>
            <a:endParaRPr lang="fi-FI"/>
          </a:p>
        </p:txBody>
      </p:sp>
    </p:spTree>
    <p:extLst>
      <p:ext uri="{BB962C8B-B14F-4D97-AF65-F5344CB8AC3E}">
        <p14:creationId xmlns:p14="http://schemas.microsoft.com/office/powerpoint/2010/main" val="460699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17</a:t>
            </a:fld>
            <a:endParaRPr lang="fi-FI"/>
          </a:p>
        </p:txBody>
      </p:sp>
    </p:spTree>
    <p:extLst>
      <p:ext uri="{BB962C8B-B14F-4D97-AF65-F5344CB8AC3E}">
        <p14:creationId xmlns:p14="http://schemas.microsoft.com/office/powerpoint/2010/main" val="27915773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18</a:t>
            </a:fld>
            <a:endParaRPr lang="fi-FI"/>
          </a:p>
        </p:txBody>
      </p:sp>
    </p:spTree>
    <p:extLst>
      <p:ext uri="{BB962C8B-B14F-4D97-AF65-F5344CB8AC3E}">
        <p14:creationId xmlns:p14="http://schemas.microsoft.com/office/powerpoint/2010/main" val="26786663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19</a:t>
            </a:fld>
            <a:endParaRPr lang="fi-FI"/>
          </a:p>
        </p:txBody>
      </p:sp>
    </p:spTree>
    <p:extLst>
      <p:ext uri="{BB962C8B-B14F-4D97-AF65-F5344CB8AC3E}">
        <p14:creationId xmlns:p14="http://schemas.microsoft.com/office/powerpoint/2010/main" val="2779107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A97949-CA96-A34A-920F-344DC55B3479}" type="slidenum">
              <a:rPr lang="fi-FI" smtClean="0"/>
              <a:t>20</a:t>
            </a:fld>
            <a:endParaRPr lang="fi-FI"/>
          </a:p>
        </p:txBody>
      </p:sp>
    </p:spTree>
    <p:extLst>
      <p:ext uri="{BB962C8B-B14F-4D97-AF65-F5344CB8AC3E}">
        <p14:creationId xmlns:p14="http://schemas.microsoft.com/office/powerpoint/2010/main" val="13798674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purple">
    <p:bg>
      <p:bgPr>
        <a:solidFill>
          <a:schemeClr val="bg1"/>
        </a:soli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0D9D56B-380E-41B8-9315-ED5CBC9E42C4}"/>
              </a:ext>
              <a:ext uri="{C183D7F6-B498-43B3-948B-1728B52AA6E4}">
                <adec:decorative xmlns:adec="http://schemas.microsoft.com/office/drawing/2017/decorative" val="1"/>
              </a:ext>
            </a:extLst>
          </p:cNvPr>
          <p:cNvSpPr/>
          <p:nvPr userDrawn="1"/>
        </p:nvSpPr>
        <p:spPr>
          <a:xfrm>
            <a:off x="2" y="0"/>
            <a:ext cx="12191998" cy="6858000"/>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ctrTitle"/>
          </p:nvPr>
        </p:nvSpPr>
        <p:spPr>
          <a:xfrm>
            <a:off x="1107638" y="2553066"/>
            <a:ext cx="6212793" cy="3381828"/>
          </a:xfrm>
          <a:prstGeom prst="rect">
            <a:avLst/>
          </a:prstGeom>
        </p:spPr>
        <p:txBody>
          <a:bodyPr anchor="t" anchorCtr="0">
            <a:noAutofit/>
          </a:bodyPr>
          <a:lstStyle>
            <a:lvl1pPr algn="l">
              <a:defRPr sz="5400">
                <a:solidFill>
                  <a:schemeClr val="bg1"/>
                </a:solidFill>
              </a:defRPr>
            </a:lvl1pPr>
          </a:lstStyle>
          <a:p>
            <a:r>
              <a:rPr lang="en-US" noProof="0"/>
              <a:t>Click to edit Master title style</a:t>
            </a:r>
            <a:endParaRPr lang="en-GB" noProof="0"/>
          </a:p>
        </p:txBody>
      </p:sp>
      <p:pic>
        <p:nvPicPr>
          <p:cNvPr id="4" name="Kuva 3" descr="Tampere University, Tampere University of Applied Sciences.">
            <a:extLst>
              <a:ext uri="{FF2B5EF4-FFF2-40B4-BE49-F238E27FC236}">
                <a16:creationId xmlns:a16="http://schemas.microsoft.com/office/drawing/2014/main" id="{94442AC8-A5D9-4B00-80C8-14B174E342B9}"/>
              </a:ext>
            </a:extLst>
          </p:cNvPr>
          <p:cNvPicPr>
            <a:picLocks noChangeAspect="1"/>
          </p:cNvPicPr>
          <p:nvPr userDrawn="1"/>
        </p:nvPicPr>
        <p:blipFill>
          <a:blip r:embed="rId2"/>
          <a:stretch>
            <a:fillRect/>
          </a:stretch>
        </p:blipFill>
        <p:spPr>
          <a:xfrm>
            <a:off x="900000" y="1080000"/>
            <a:ext cx="5061702" cy="900000"/>
          </a:xfrm>
          <a:prstGeom prst="rect">
            <a:avLst/>
          </a:prstGeom>
        </p:spPr>
      </p:pic>
    </p:spTree>
    <p:extLst>
      <p:ext uri="{BB962C8B-B14F-4D97-AF65-F5344CB8AC3E}">
        <p14:creationId xmlns:p14="http://schemas.microsoft.com/office/powerpoint/2010/main" val="2128437407"/>
      </p:ext>
    </p:extLst>
  </p:cSld>
  <p:clrMapOvr>
    <a:masterClrMapping/>
  </p:clrMapOvr>
  <p:extLst>
    <p:ext uri="{DCECCB84-F9BA-43D5-87BE-67443E8EF086}">
      <p15:sldGuideLst xmlns:p15="http://schemas.microsoft.com/office/powerpoint/2012/main">
        <p15:guide id="1" orient="horz" pos="73">
          <p15:clr>
            <a:srgbClr val="FBAE40"/>
          </p15:clr>
        </p15:guide>
        <p15:guide id="2" pos="75">
          <p15:clr>
            <a:srgbClr val="FBAE40"/>
          </p15:clr>
        </p15:guide>
        <p15:guide id="3" pos="7605">
          <p15:clr>
            <a:srgbClr val="FBAE40"/>
          </p15:clr>
        </p15:guide>
        <p15:guide id="4" orient="horz" pos="424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 purple">
    <p:bg>
      <p:bgPr>
        <a:solidFill>
          <a:schemeClr val="bg1"/>
        </a:soli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0D9D56B-380E-41B8-9315-ED5CBC9E42C4}"/>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ctrTitle"/>
          </p:nvPr>
        </p:nvSpPr>
        <p:spPr>
          <a:xfrm>
            <a:off x="550863" y="2758440"/>
            <a:ext cx="11090275" cy="1440000"/>
          </a:xfrm>
          <a:prstGeom prst="rect">
            <a:avLst/>
          </a:prstGeom>
        </p:spPr>
        <p:txBody>
          <a:bodyPr anchor="b">
            <a:noAutofit/>
          </a:bodyPr>
          <a:lstStyle>
            <a:lvl1pPr algn="ctr">
              <a:defRPr sz="5400">
                <a:solidFill>
                  <a:schemeClr val="bg1"/>
                </a:solidFill>
              </a:defRPr>
            </a:lvl1pPr>
          </a:lstStyle>
          <a:p>
            <a:r>
              <a:rPr lang="en-US" noProof="0"/>
              <a:t>Click to edit Master title style</a:t>
            </a:r>
            <a:endParaRPr lang="en-GB" noProof="0"/>
          </a:p>
        </p:txBody>
      </p:sp>
      <p:sp>
        <p:nvSpPr>
          <p:cNvPr id="3" name="Subtitle 2"/>
          <p:cNvSpPr>
            <a:spLocks noGrp="1"/>
          </p:cNvSpPr>
          <p:nvPr>
            <p:ph type="subTitle" idx="1"/>
          </p:nvPr>
        </p:nvSpPr>
        <p:spPr>
          <a:xfrm>
            <a:off x="557589" y="4435972"/>
            <a:ext cx="11083550" cy="1440000"/>
          </a:xfrm>
        </p:spPr>
        <p:txBody>
          <a:bodyPr>
            <a:no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5" name="Footer Placeholder 4"/>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8" name="Date Placeholder 3">
            <a:extLst>
              <a:ext uri="{FF2B5EF4-FFF2-40B4-BE49-F238E27FC236}">
                <a16:creationId xmlns:a16="http://schemas.microsoft.com/office/drawing/2014/main" id="{7EEF2D1E-9D26-4178-9CD9-82D802C125E9}"/>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0" name="Slide Number Placeholder 5">
            <a:extLst>
              <a:ext uri="{FF2B5EF4-FFF2-40B4-BE49-F238E27FC236}">
                <a16:creationId xmlns:a16="http://schemas.microsoft.com/office/drawing/2014/main" id="{8AC67BEA-6EFD-4E49-843A-63C8CA4D1930}"/>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3129843853"/>
      </p:ext>
    </p:extLst>
  </p:cSld>
  <p:clrMapOvr>
    <a:masterClrMapping/>
  </p:clrMapOvr>
  <p:extLst>
    <p:ext uri="{DCECCB84-F9BA-43D5-87BE-67443E8EF086}">
      <p15:sldGuideLst xmlns:p15="http://schemas.microsoft.com/office/powerpoint/2012/main">
        <p15:guide id="1" orient="horz" pos="73">
          <p15:clr>
            <a:srgbClr val="FBAE40"/>
          </p15:clr>
        </p15:guide>
        <p15:guide id="2" pos="75">
          <p15:clr>
            <a:srgbClr val="FBAE40"/>
          </p15:clr>
        </p15:guide>
        <p15:guide id="3" pos="7605">
          <p15:clr>
            <a:srgbClr val="FBAE40"/>
          </p15:clr>
        </p15:guide>
        <p15:guide id="4" orient="horz" pos="42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 white">
    <p:spTree>
      <p:nvGrpSpPr>
        <p:cNvPr id="1" name=""/>
        <p:cNvGrpSpPr/>
        <p:nvPr/>
      </p:nvGrpSpPr>
      <p:grpSpPr>
        <a:xfrm>
          <a:off x="0" y="0"/>
          <a:ext cx="0" cy="0"/>
          <a:chOff x="0" y="0"/>
          <a:chExt cx="0" cy="0"/>
        </a:xfrm>
      </p:grpSpPr>
      <p:sp>
        <p:nvSpPr>
          <p:cNvPr id="2" name="Title 1"/>
          <p:cNvSpPr>
            <a:spLocks noGrp="1"/>
          </p:cNvSpPr>
          <p:nvPr>
            <p:ph type="ctrTitle"/>
          </p:nvPr>
        </p:nvSpPr>
        <p:spPr>
          <a:xfrm>
            <a:off x="550863" y="2757600"/>
            <a:ext cx="11090275" cy="1440000"/>
          </a:xfrm>
          <a:prstGeom prst="rect">
            <a:avLst/>
          </a:prstGeom>
        </p:spPr>
        <p:txBody>
          <a:bodyPr anchor="b">
            <a:noAutofit/>
          </a:bodyPr>
          <a:lstStyle>
            <a:lvl1pPr algn="ctr">
              <a:defRPr sz="5400">
                <a:solidFill>
                  <a:srgbClr val="4E008E"/>
                </a:solidFill>
              </a:defRPr>
            </a:lvl1pPr>
          </a:lstStyle>
          <a:p>
            <a:r>
              <a:rPr lang="en-US" noProof="0"/>
              <a:t>Click to edit Master title style</a:t>
            </a:r>
            <a:endParaRPr lang="en-GB" noProof="0"/>
          </a:p>
        </p:txBody>
      </p:sp>
      <p:sp>
        <p:nvSpPr>
          <p:cNvPr id="3" name="Subtitle 2"/>
          <p:cNvSpPr>
            <a:spLocks noGrp="1"/>
          </p:cNvSpPr>
          <p:nvPr>
            <p:ph type="subTitle" idx="1"/>
          </p:nvPr>
        </p:nvSpPr>
        <p:spPr>
          <a:xfrm>
            <a:off x="557589" y="4435200"/>
            <a:ext cx="11083550" cy="1440000"/>
          </a:xfrm>
        </p:spPr>
        <p:txBody>
          <a:bodyPr>
            <a:noAutofit/>
          </a:bodyPr>
          <a:lstStyle>
            <a:lvl1pPr marL="0" indent="0" algn="ctr">
              <a:buNone/>
              <a:defRPr sz="3200">
                <a:solidFill>
                  <a:srgbClr val="4E008E"/>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a:p>
        </p:txBody>
      </p:sp>
      <p:sp>
        <p:nvSpPr>
          <p:cNvPr id="7" name="Footer Placeholder 10">
            <a:extLst>
              <a:ext uri="{FF2B5EF4-FFF2-40B4-BE49-F238E27FC236}">
                <a16:creationId xmlns:a16="http://schemas.microsoft.com/office/drawing/2014/main" id="{B2D621D0-61E7-E946-BBC9-24D91EEA5E2F}"/>
              </a:ext>
            </a:extLst>
          </p:cNvPr>
          <p:cNvSpPr>
            <a:spLocks noGrp="1"/>
          </p:cNvSpPr>
          <p:nvPr>
            <p:ph type="ftr" sz="quarter" idx="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
        <p:nvSpPr>
          <p:cNvPr id="8" name="Date Placeholder 3">
            <a:extLst>
              <a:ext uri="{FF2B5EF4-FFF2-40B4-BE49-F238E27FC236}">
                <a16:creationId xmlns:a16="http://schemas.microsoft.com/office/drawing/2014/main" id="{38BB0235-0F5A-40FA-B663-F054FD106CF2}"/>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9" name="Slide Number Placeholder 5">
            <a:extLst>
              <a:ext uri="{FF2B5EF4-FFF2-40B4-BE49-F238E27FC236}">
                <a16:creationId xmlns:a16="http://schemas.microsoft.com/office/drawing/2014/main" id="{BE0BDB65-6D51-44F4-970C-428F139C630D}"/>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Tree>
    <p:extLst>
      <p:ext uri="{BB962C8B-B14F-4D97-AF65-F5344CB8AC3E}">
        <p14:creationId xmlns:p14="http://schemas.microsoft.com/office/powerpoint/2010/main" val="3181463487"/>
      </p:ext>
    </p:extLst>
  </p:cSld>
  <p:clrMapOvr>
    <a:masterClrMapping/>
  </p:clrMapOvr>
  <p:extLst>
    <p:ext uri="{DCECCB84-F9BA-43D5-87BE-67443E8EF086}">
      <p15:sldGuideLst xmlns:p15="http://schemas.microsoft.com/office/powerpoint/2012/main">
        <p15:guide id="1" orient="horz" pos="73">
          <p15:clr>
            <a:srgbClr val="FBAE40"/>
          </p15:clr>
        </p15:guide>
        <p15:guide id="2" pos="75">
          <p15:clr>
            <a:srgbClr val="FBAE40"/>
          </p15:clr>
        </p15:guide>
        <p15:guide id="3" pos="7605">
          <p15:clr>
            <a:srgbClr val="FBAE40"/>
          </p15:clr>
        </p15:guide>
        <p15:guide id="4" orient="horz" pos="42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 white">
    <p:spTree>
      <p:nvGrpSpPr>
        <p:cNvPr id="1" name=""/>
        <p:cNvGrpSpPr/>
        <p:nvPr/>
      </p:nvGrpSpPr>
      <p:grpSpPr>
        <a:xfrm>
          <a:off x="0" y="0"/>
          <a:ext cx="0" cy="0"/>
          <a:chOff x="0" y="0"/>
          <a:chExt cx="0" cy="0"/>
        </a:xfrm>
      </p:grpSpPr>
      <p:sp>
        <p:nvSpPr>
          <p:cNvPr id="2" name="Title 1"/>
          <p:cNvSpPr>
            <a:spLocks noGrp="1"/>
          </p:cNvSpPr>
          <p:nvPr>
            <p:ph type="title"/>
          </p:nvPr>
        </p:nvSpPr>
        <p:spPr>
          <a:xfrm>
            <a:off x="410400" y="911723"/>
            <a:ext cx="10515600" cy="645616"/>
          </a:xfrm>
          <a:prstGeom prst="rect">
            <a:avLst/>
          </a:prstGeom>
        </p:spPr>
        <p:txBody>
          <a:bodyPr/>
          <a:lstStyle/>
          <a:p>
            <a:r>
              <a:rPr lang="en-US" noProof="0"/>
              <a:t>Click to edit Master title style</a:t>
            </a:r>
            <a:endParaRPr lang="en-GB" noProof="0"/>
          </a:p>
        </p:txBody>
      </p:sp>
      <p:sp>
        <p:nvSpPr>
          <p:cNvPr id="3" name="Content Placeholder 2"/>
          <p:cNvSpPr>
            <a:spLocks noGrp="1"/>
          </p:cNvSpPr>
          <p:nvPr>
            <p:ph idx="1"/>
          </p:nvPr>
        </p:nvSpPr>
        <p:spPr>
          <a:xfrm>
            <a:off x="410400" y="1707297"/>
            <a:ext cx="10515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8" name="Footer Placeholder 10">
            <a:extLst>
              <a:ext uri="{FF2B5EF4-FFF2-40B4-BE49-F238E27FC236}">
                <a16:creationId xmlns:a16="http://schemas.microsoft.com/office/drawing/2014/main" id="{3405FCAB-7A18-034B-9743-CFD67A11D41C}"/>
              </a:ext>
            </a:extLst>
          </p:cNvPr>
          <p:cNvSpPr>
            <a:spLocks noGrp="1"/>
          </p:cNvSpPr>
          <p:nvPr>
            <p:ph type="ftr" sz="quarter" idx="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
        <p:nvSpPr>
          <p:cNvPr id="9" name="Date Placeholder 3">
            <a:extLst>
              <a:ext uri="{FF2B5EF4-FFF2-40B4-BE49-F238E27FC236}">
                <a16:creationId xmlns:a16="http://schemas.microsoft.com/office/drawing/2014/main" id="{9EC2DD84-1BF6-4E3C-BCC3-08913B1A4537}"/>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0" name="Slide Number Placeholder 5">
            <a:extLst>
              <a:ext uri="{FF2B5EF4-FFF2-40B4-BE49-F238E27FC236}">
                <a16:creationId xmlns:a16="http://schemas.microsoft.com/office/drawing/2014/main" id="{36B2755C-0223-4E55-9084-FF6941279518}"/>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Tree>
    <p:extLst>
      <p:ext uri="{BB962C8B-B14F-4D97-AF65-F5344CB8AC3E}">
        <p14:creationId xmlns:p14="http://schemas.microsoft.com/office/powerpoint/2010/main" val="1383577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 purple">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2E511953-F32B-4B5F-9EC2-2431EB03FD9F}"/>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p:nvPr>
        </p:nvSpPr>
        <p:spPr>
          <a:xfrm>
            <a:off x="410400" y="911723"/>
            <a:ext cx="10515600" cy="645616"/>
          </a:xfrm>
          <a:prstGeom prst="rect">
            <a:avLst/>
          </a:prstGeom>
        </p:spPr>
        <p:txBody>
          <a:bodyPr/>
          <a:lstStyle>
            <a:lvl1pPr>
              <a:defRPr>
                <a:solidFill>
                  <a:schemeClr val="bg1"/>
                </a:solidFill>
              </a:defRPr>
            </a:lvl1pPr>
          </a:lstStyle>
          <a:p>
            <a:r>
              <a:rPr lang="en-US" noProof="0"/>
              <a:t>Click to edit Master title style</a:t>
            </a:r>
            <a:endParaRPr lang="en-GB" noProof="0"/>
          </a:p>
        </p:txBody>
      </p:sp>
      <p:sp>
        <p:nvSpPr>
          <p:cNvPr id="3" name="Content Placeholder 2"/>
          <p:cNvSpPr>
            <a:spLocks noGrp="1"/>
          </p:cNvSpPr>
          <p:nvPr>
            <p:ph idx="1"/>
          </p:nvPr>
        </p:nvSpPr>
        <p:spPr>
          <a:xfrm>
            <a:off x="410400" y="1707297"/>
            <a:ext cx="10515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Footer Placeholder 4">
            <a:extLst>
              <a:ext uri="{FF2B5EF4-FFF2-40B4-BE49-F238E27FC236}">
                <a16:creationId xmlns:a16="http://schemas.microsoft.com/office/drawing/2014/main" id="{4E01EC75-0511-4C59-AFDC-B169D9524780}"/>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0" name="Date Placeholder 3">
            <a:extLst>
              <a:ext uri="{FF2B5EF4-FFF2-40B4-BE49-F238E27FC236}">
                <a16:creationId xmlns:a16="http://schemas.microsoft.com/office/drawing/2014/main" id="{A4711C01-20AD-4C7D-A906-DDBC6C93E9A7}"/>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1" name="Slide Number Placeholder 5">
            <a:extLst>
              <a:ext uri="{FF2B5EF4-FFF2-40B4-BE49-F238E27FC236}">
                <a16:creationId xmlns:a16="http://schemas.microsoft.com/office/drawing/2014/main" id="{3D49CC18-975B-4218-9BEB-3D804548A460}"/>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2590921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 white">
    <p:spTree>
      <p:nvGrpSpPr>
        <p:cNvPr id="1" name=""/>
        <p:cNvGrpSpPr/>
        <p:nvPr/>
      </p:nvGrpSpPr>
      <p:grpSpPr>
        <a:xfrm>
          <a:off x="0" y="0"/>
          <a:ext cx="0" cy="0"/>
          <a:chOff x="0" y="0"/>
          <a:chExt cx="0" cy="0"/>
        </a:xfrm>
      </p:grpSpPr>
      <p:sp>
        <p:nvSpPr>
          <p:cNvPr id="2" name="Title 1"/>
          <p:cNvSpPr>
            <a:spLocks noGrp="1"/>
          </p:cNvSpPr>
          <p:nvPr>
            <p:ph type="title"/>
          </p:nvPr>
        </p:nvSpPr>
        <p:spPr>
          <a:xfrm>
            <a:off x="410400" y="908051"/>
            <a:ext cx="10655486" cy="649288"/>
          </a:xfrm>
          <a:prstGeom prst="rect">
            <a:avLst/>
          </a:prstGeom>
        </p:spPr>
        <p:txBody>
          <a:bodyPr anchor="t" anchorCtr="0"/>
          <a:lstStyle/>
          <a:p>
            <a:r>
              <a:rPr lang="en-US" noProof="0"/>
              <a:t>Click to edit Master title style</a:t>
            </a:r>
            <a:endParaRPr lang="en-GB" noProof="0"/>
          </a:p>
        </p:txBody>
      </p:sp>
      <p:sp>
        <p:nvSpPr>
          <p:cNvPr id="3" name="Content Placeholder 2"/>
          <p:cNvSpPr>
            <a:spLocks noGrp="1"/>
          </p:cNvSpPr>
          <p:nvPr>
            <p:ph sz="half" idx="1"/>
          </p:nvPr>
        </p:nvSpPr>
        <p:spPr>
          <a:xfrm>
            <a:off x="4104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p:cNvSpPr>
            <a:spLocks noGrp="1"/>
          </p:cNvSpPr>
          <p:nvPr>
            <p:ph sz="half" idx="2"/>
          </p:nvPr>
        </p:nvSpPr>
        <p:spPr>
          <a:xfrm>
            <a:off x="6248399" y="1825625"/>
            <a:ext cx="5387465"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Footer Placeholder 10">
            <a:extLst>
              <a:ext uri="{FF2B5EF4-FFF2-40B4-BE49-F238E27FC236}">
                <a16:creationId xmlns:a16="http://schemas.microsoft.com/office/drawing/2014/main" id="{E5ECB8C9-6F71-8745-9B9D-ED3B992FA1B0}"/>
              </a:ext>
            </a:extLst>
          </p:cNvPr>
          <p:cNvSpPr>
            <a:spLocks noGrp="1"/>
          </p:cNvSpPr>
          <p:nvPr>
            <p:ph type="ftr" sz="quarter" idx="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
        <p:nvSpPr>
          <p:cNvPr id="9" name="Date Placeholder 3">
            <a:extLst>
              <a:ext uri="{FF2B5EF4-FFF2-40B4-BE49-F238E27FC236}">
                <a16:creationId xmlns:a16="http://schemas.microsoft.com/office/drawing/2014/main" id="{7BCE51E9-C67C-4EF8-826E-F1A4EE041BC0}"/>
              </a:ext>
            </a:extLst>
          </p:cNvPr>
          <p:cNvSpPr>
            <a:spLocks noGrp="1"/>
          </p:cNvSpPr>
          <p:nvPr>
            <p:ph type="dt" sz="half" idx="10"/>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2" name="Slide Number Placeholder 5">
            <a:extLst>
              <a:ext uri="{FF2B5EF4-FFF2-40B4-BE49-F238E27FC236}">
                <a16:creationId xmlns:a16="http://schemas.microsoft.com/office/drawing/2014/main" id="{105DAC9A-9264-4E96-A741-2D8DA1F06451}"/>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Tree>
    <p:extLst>
      <p:ext uri="{BB962C8B-B14F-4D97-AF65-F5344CB8AC3E}">
        <p14:creationId xmlns:p14="http://schemas.microsoft.com/office/powerpoint/2010/main" val="1744993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 purp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351703-006A-624D-9F66-D3B3015E7B64}"/>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p:nvPr>
        </p:nvSpPr>
        <p:spPr>
          <a:xfrm>
            <a:off x="410400" y="908051"/>
            <a:ext cx="10643348" cy="649288"/>
          </a:xfrm>
          <a:prstGeom prst="rect">
            <a:avLst/>
          </a:prstGeom>
        </p:spPr>
        <p:txBody>
          <a:bodyPr anchor="b" anchorCtr="0"/>
          <a:lstStyle>
            <a:lvl1pPr>
              <a:defRPr>
                <a:solidFill>
                  <a:schemeClr val="bg1"/>
                </a:solidFill>
              </a:defRPr>
            </a:lvl1pPr>
          </a:lstStyle>
          <a:p>
            <a:r>
              <a:rPr lang="en-US" noProof="0"/>
              <a:t>Click to edit Master title style</a:t>
            </a:r>
            <a:endParaRPr lang="en-GB" noProof="0"/>
          </a:p>
        </p:txBody>
      </p:sp>
      <p:sp>
        <p:nvSpPr>
          <p:cNvPr id="3" name="Content Placeholder 2"/>
          <p:cNvSpPr>
            <a:spLocks noGrp="1"/>
          </p:cNvSpPr>
          <p:nvPr>
            <p:ph sz="half" idx="1"/>
          </p:nvPr>
        </p:nvSpPr>
        <p:spPr>
          <a:xfrm>
            <a:off x="410400" y="1706400"/>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p:cNvSpPr>
            <a:spLocks noGrp="1"/>
          </p:cNvSpPr>
          <p:nvPr>
            <p:ph sz="half" idx="2"/>
          </p:nvPr>
        </p:nvSpPr>
        <p:spPr>
          <a:xfrm>
            <a:off x="6248400" y="1706400"/>
            <a:ext cx="5392738"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4" name="Footer Placeholder 4">
            <a:extLst>
              <a:ext uri="{FF2B5EF4-FFF2-40B4-BE49-F238E27FC236}">
                <a16:creationId xmlns:a16="http://schemas.microsoft.com/office/drawing/2014/main" id="{E8398AE9-4026-46A2-BBA1-AAB0971832B5}"/>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5" name="Date Placeholder 3">
            <a:extLst>
              <a:ext uri="{FF2B5EF4-FFF2-40B4-BE49-F238E27FC236}">
                <a16:creationId xmlns:a16="http://schemas.microsoft.com/office/drawing/2014/main" id="{9AE78F3E-1AD5-409A-90E2-A126A9F8418C}"/>
              </a:ext>
            </a:extLst>
          </p:cNvPr>
          <p:cNvSpPr>
            <a:spLocks noGrp="1"/>
          </p:cNvSpPr>
          <p:nvPr>
            <p:ph type="dt" sz="half" idx="1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6" name="Slide Number Placeholder 5">
            <a:extLst>
              <a:ext uri="{FF2B5EF4-FFF2-40B4-BE49-F238E27FC236}">
                <a16:creationId xmlns:a16="http://schemas.microsoft.com/office/drawing/2014/main" id="{DEFCCDBD-D833-4FF5-A833-32B63E903242}"/>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3175425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 white">
    <p:spTree>
      <p:nvGrpSpPr>
        <p:cNvPr id="1" name=""/>
        <p:cNvGrpSpPr/>
        <p:nvPr/>
      </p:nvGrpSpPr>
      <p:grpSpPr>
        <a:xfrm>
          <a:off x="0" y="0"/>
          <a:ext cx="0" cy="0"/>
          <a:chOff x="0" y="0"/>
          <a:chExt cx="0" cy="0"/>
        </a:xfrm>
      </p:grpSpPr>
      <p:sp>
        <p:nvSpPr>
          <p:cNvPr id="2" name="Title 1"/>
          <p:cNvSpPr>
            <a:spLocks noGrp="1"/>
          </p:cNvSpPr>
          <p:nvPr>
            <p:ph type="title"/>
          </p:nvPr>
        </p:nvSpPr>
        <p:spPr>
          <a:xfrm>
            <a:off x="410400" y="916517"/>
            <a:ext cx="10650635" cy="649288"/>
          </a:xfrm>
          <a:prstGeom prst="rect">
            <a:avLst/>
          </a:prstGeom>
        </p:spPr>
        <p:txBody>
          <a:bodyPr anchor="t" anchorCtr="0"/>
          <a:lstStyle/>
          <a:p>
            <a:r>
              <a:rPr lang="en-US" noProof="0"/>
              <a:t>Click to edit Master title style</a:t>
            </a:r>
            <a:endParaRPr lang="en-GB" noProof="0"/>
          </a:p>
        </p:txBody>
      </p:sp>
      <p:sp>
        <p:nvSpPr>
          <p:cNvPr id="3" name="Text Placeholder 2"/>
          <p:cNvSpPr>
            <a:spLocks noGrp="1"/>
          </p:cNvSpPr>
          <p:nvPr>
            <p:ph type="body" idx="1"/>
          </p:nvPr>
        </p:nvSpPr>
        <p:spPr>
          <a:xfrm>
            <a:off x="410400" y="1700214"/>
            <a:ext cx="5157787" cy="8048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410400" y="2647950"/>
            <a:ext cx="5157787" cy="3541713"/>
          </a:xfrm>
        </p:spPr>
        <p:txBody>
          <a:bodyPr/>
          <a:lstStyle>
            <a:lvl1pPr>
              <a:defRPr sz="2000"/>
            </a:lvl1pPr>
            <a:lvl2pPr>
              <a:defRPr sz="2000"/>
            </a:lvl2pPr>
            <a:lvl3pPr>
              <a:defRPr sz="2000"/>
            </a:lvl3pPr>
            <a:lvl4pPr>
              <a:defRPr sz="2000"/>
            </a:lvl4pPr>
            <a:lvl5pPr>
              <a:defRPr sz="20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Text Placeholder 4"/>
          <p:cNvSpPr>
            <a:spLocks noGrp="1"/>
          </p:cNvSpPr>
          <p:nvPr>
            <p:ph type="body" sz="quarter" idx="3"/>
          </p:nvPr>
        </p:nvSpPr>
        <p:spPr>
          <a:xfrm>
            <a:off x="5881687" y="1700214"/>
            <a:ext cx="5183188" cy="8048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5881687" y="2647950"/>
            <a:ext cx="5183188" cy="3541714"/>
          </a:xfrm>
        </p:spPr>
        <p:txBody>
          <a:bodyPr/>
          <a:lstStyle>
            <a:lvl1pPr>
              <a:defRPr sz="2000"/>
            </a:lvl1pPr>
            <a:lvl2pPr>
              <a:defRPr sz="2000"/>
            </a:lvl2pPr>
            <a:lvl3pPr>
              <a:defRPr sz="2000"/>
            </a:lvl3pPr>
            <a:lvl4pPr>
              <a:defRPr sz="2000"/>
            </a:lvl4pPr>
            <a:lvl5pPr>
              <a:defRPr sz="20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Footer Placeholder 10">
            <a:extLst>
              <a:ext uri="{FF2B5EF4-FFF2-40B4-BE49-F238E27FC236}">
                <a16:creationId xmlns:a16="http://schemas.microsoft.com/office/drawing/2014/main" id="{20D11757-AD21-8C44-BA47-2C7CCF6BD25F}"/>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
        <p:nvSpPr>
          <p:cNvPr id="11" name="Date Placeholder 3">
            <a:extLst>
              <a:ext uri="{FF2B5EF4-FFF2-40B4-BE49-F238E27FC236}">
                <a16:creationId xmlns:a16="http://schemas.microsoft.com/office/drawing/2014/main" id="{8267BC55-B784-4D84-8769-21885DB5752F}"/>
              </a:ext>
            </a:extLst>
          </p:cNvPr>
          <p:cNvSpPr>
            <a:spLocks noGrp="1"/>
          </p:cNvSpPr>
          <p:nvPr>
            <p:ph type="dt" sz="half" idx="14"/>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4" name="Slide Number Placeholder 5">
            <a:extLst>
              <a:ext uri="{FF2B5EF4-FFF2-40B4-BE49-F238E27FC236}">
                <a16:creationId xmlns:a16="http://schemas.microsoft.com/office/drawing/2014/main" id="{01527A28-514A-4E4D-B9BB-80131B1DE746}"/>
              </a:ext>
            </a:extLst>
          </p:cNvPr>
          <p:cNvSpPr>
            <a:spLocks noGrp="1"/>
          </p:cNvSpPr>
          <p:nvPr>
            <p:ph type="sldNum" sz="quarter" idx="15"/>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Tree>
    <p:extLst>
      <p:ext uri="{BB962C8B-B14F-4D97-AF65-F5344CB8AC3E}">
        <p14:creationId xmlns:p14="http://schemas.microsoft.com/office/powerpoint/2010/main" val="3488492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 purple">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B8D2C57-C1F3-4D95-825E-2E55BFB96759}"/>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p:nvPr>
        </p:nvSpPr>
        <p:spPr>
          <a:xfrm>
            <a:off x="410400" y="916517"/>
            <a:ext cx="10642163" cy="649288"/>
          </a:xfrm>
          <a:prstGeom prst="rect">
            <a:avLst/>
          </a:prstGeom>
        </p:spPr>
        <p:txBody>
          <a:bodyPr anchor="t" anchorCtr="0">
            <a:noAutofit/>
          </a:bodyPr>
          <a:lstStyle>
            <a:lvl1pPr>
              <a:defRPr>
                <a:solidFill>
                  <a:schemeClr val="bg1"/>
                </a:solidFill>
              </a:defRPr>
            </a:lvl1pPr>
          </a:lstStyle>
          <a:p>
            <a:r>
              <a:rPr lang="en-US" noProof="0"/>
              <a:t>Click to edit Master title style</a:t>
            </a:r>
            <a:endParaRPr lang="en-GB" noProof="0"/>
          </a:p>
        </p:txBody>
      </p:sp>
      <p:sp>
        <p:nvSpPr>
          <p:cNvPr id="3" name="Text Placeholder 2"/>
          <p:cNvSpPr>
            <a:spLocks noGrp="1"/>
          </p:cNvSpPr>
          <p:nvPr>
            <p:ph type="body" idx="1"/>
          </p:nvPr>
        </p:nvSpPr>
        <p:spPr>
          <a:xfrm>
            <a:off x="410400" y="1700214"/>
            <a:ext cx="5157787" cy="804862"/>
          </a:xfrm>
        </p:spPr>
        <p:txBody>
          <a:bodyPr anchor="b">
            <a:noAutofit/>
          </a:bodyP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410400" y="2647950"/>
            <a:ext cx="5157787" cy="3541713"/>
          </a:xfrm>
        </p:spPr>
        <p:txBody>
          <a:bodyPr>
            <a:noAutofit/>
          </a:bodyPr>
          <a:lstStyle>
            <a:lvl1pPr>
              <a:defRPr sz="20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Text Placeholder 4"/>
          <p:cNvSpPr>
            <a:spLocks noGrp="1"/>
          </p:cNvSpPr>
          <p:nvPr>
            <p:ph type="body" sz="quarter" idx="3"/>
          </p:nvPr>
        </p:nvSpPr>
        <p:spPr>
          <a:xfrm>
            <a:off x="5873216" y="1700214"/>
            <a:ext cx="5183188" cy="804862"/>
          </a:xfrm>
        </p:spPr>
        <p:txBody>
          <a:bodyPr anchor="b">
            <a:noAutofit/>
          </a:bodyP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5873216" y="2647950"/>
            <a:ext cx="5183188" cy="3541714"/>
          </a:xfrm>
        </p:spPr>
        <p:txBody>
          <a:bodyPr>
            <a:noAutofit/>
          </a:bodyPr>
          <a:lstStyle>
            <a:lvl1pPr>
              <a:defRPr sz="20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4" name="Footer Placeholder 4">
            <a:extLst>
              <a:ext uri="{FF2B5EF4-FFF2-40B4-BE49-F238E27FC236}">
                <a16:creationId xmlns:a16="http://schemas.microsoft.com/office/drawing/2014/main" id="{ECA17208-6DE2-4F5B-B757-D5C3A17631EF}"/>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5" name="Date Placeholder 3">
            <a:extLst>
              <a:ext uri="{FF2B5EF4-FFF2-40B4-BE49-F238E27FC236}">
                <a16:creationId xmlns:a16="http://schemas.microsoft.com/office/drawing/2014/main" id="{283CFA40-FCD9-4A03-A580-D0EEA6494001}"/>
              </a:ext>
            </a:extLst>
          </p:cNvPr>
          <p:cNvSpPr>
            <a:spLocks noGrp="1"/>
          </p:cNvSpPr>
          <p:nvPr>
            <p:ph type="dt" sz="half" idx="1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6" name="Slide Number Placeholder 5">
            <a:extLst>
              <a:ext uri="{FF2B5EF4-FFF2-40B4-BE49-F238E27FC236}">
                <a16:creationId xmlns:a16="http://schemas.microsoft.com/office/drawing/2014/main" id="{8AACA649-1609-4824-AF1D-CF39DED724D4}"/>
              </a:ext>
            </a:extLst>
          </p:cNvPr>
          <p:cNvSpPr>
            <a:spLocks noGrp="1"/>
          </p:cNvSpPr>
          <p:nvPr>
            <p:ph type="sldNum" sz="quarter" idx="13"/>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4237489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 white">
    <p:spTree>
      <p:nvGrpSpPr>
        <p:cNvPr id="1" name=""/>
        <p:cNvGrpSpPr/>
        <p:nvPr/>
      </p:nvGrpSpPr>
      <p:grpSpPr>
        <a:xfrm>
          <a:off x="0" y="0"/>
          <a:ext cx="0" cy="0"/>
          <a:chOff x="0" y="0"/>
          <a:chExt cx="0" cy="0"/>
        </a:xfrm>
      </p:grpSpPr>
      <p:sp>
        <p:nvSpPr>
          <p:cNvPr id="2" name="Title 1"/>
          <p:cNvSpPr>
            <a:spLocks noGrp="1"/>
          </p:cNvSpPr>
          <p:nvPr>
            <p:ph type="title"/>
          </p:nvPr>
        </p:nvSpPr>
        <p:spPr>
          <a:xfrm>
            <a:off x="410400" y="914401"/>
            <a:ext cx="10651813" cy="642938"/>
          </a:xfrm>
          <a:prstGeom prst="rect">
            <a:avLst/>
          </a:prstGeom>
        </p:spPr>
        <p:txBody>
          <a:bodyPr anchor="t" anchorCtr="0"/>
          <a:lstStyle/>
          <a:p>
            <a:r>
              <a:rPr lang="en-US" noProof="0"/>
              <a:t>Click to edit Master title style</a:t>
            </a:r>
            <a:endParaRPr lang="en-GB" noProof="0"/>
          </a:p>
        </p:txBody>
      </p:sp>
      <p:sp>
        <p:nvSpPr>
          <p:cNvPr id="7" name="Date Placeholder 3">
            <a:extLst>
              <a:ext uri="{FF2B5EF4-FFF2-40B4-BE49-F238E27FC236}">
                <a16:creationId xmlns:a16="http://schemas.microsoft.com/office/drawing/2014/main" id="{17B513FB-A89D-4CD9-816A-A2426574FCB0}"/>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0" name="Slide Number Placeholder 5">
            <a:extLst>
              <a:ext uri="{FF2B5EF4-FFF2-40B4-BE49-F238E27FC236}">
                <a16:creationId xmlns:a16="http://schemas.microsoft.com/office/drawing/2014/main" id="{D7FC877C-D72B-4FA2-A4D8-10EC144C44B6}"/>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6" name="Footer Placeholder 10">
            <a:extLst>
              <a:ext uri="{FF2B5EF4-FFF2-40B4-BE49-F238E27FC236}">
                <a16:creationId xmlns:a16="http://schemas.microsoft.com/office/drawing/2014/main" id="{BA96801F-E137-4B25-94D7-4851FADECBA6}"/>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1431326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 purple">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DF54673-9ACE-45BB-89AE-4DF9D12000EF}"/>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p:nvPr>
        </p:nvSpPr>
        <p:spPr>
          <a:xfrm>
            <a:off x="410400" y="914401"/>
            <a:ext cx="10643351" cy="642938"/>
          </a:xfrm>
          <a:prstGeom prst="rect">
            <a:avLst/>
          </a:prstGeom>
        </p:spPr>
        <p:txBody>
          <a:bodyPr anchor="t" anchorCtr="0"/>
          <a:lstStyle>
            <a:lvl1pPr>
              <a:defRPr>
                <a:solidFill>
                  <a:schemeClr val="bg1"/>
                </a:solidFill>
              </a:defRPr>
            </a:lvl1pPr>
          </a:lstStyle>
          <a:p>
            <a:r>
              <a:rPr lang="en-US" noProof="0"/>
              <a:t>Click to edit Master title style</a:t>
            </a:r>
            <a:endParaRPr lang="en-GB" noProof="0"/>
          </a:p>
        </p:txBody>
      </p:sp>
      <p:sp>
        <p:nvSpPr>
          <p:cNvPr id="10" name="Footer Placeholder 4">
            <a:extLst>
              <a:ext uri="{FF2B5EF4-FFF2-40B4-BE49-F238E27FC236}">
                <a16:creationId xmlns:a16="http://schemas.microsoft.com/office/drawing/2014/main" id="{10BA03E9-7771-435A-ACF2-791A64625196}"/>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1" name="Date Placeholder 3">
            <a:extLst>
              <a:ext uri="{FF2B5EF4-FFF2-40B4-BE49-F238E27FC236}">
                <a16:creationId xmlns:a16="http://schemas.microsoft.com/office/drawing/2014/main" id="{DA061E97-8041-4B8C-84EB-4224E0AC85E6}"/>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2" name="Slide Number Placeholder 5">
            <a:extLst>
              <a:ext uri="{FF2B5EF4-FFF2-40B4-BE49-F238E27FC236}">
                <a16:creationId xmlns:a16="http://schemas.microsoft.com/office/drawing/2014/main" id="{3E88A044-4865-4080-A1DB-4D812EAA9AE7}"/>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948484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white">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91F2527F-684A-4121-9363-8807B0AFD189}"/>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0" name="Slide Number Placeholder 5">
            <a:extLst>
              <a:ext uri="{FF2B5EF4-FFF2-40B4-BE49-F238E27FC236}">
                <a16:creationId xmlns:a16="http://schemas.microsoft.com/office/drawing/2014/main" id="{2306364A-3632-4E1B-8113-A8981F3C5267}"/>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5" name="Footer Placeholder 10">
            <a:extLst>
              <a:ext uri="{FF2B5EF4-FFF2-40B4-BE49-F238E27FC236}">
                <a16:creationId xmlns:a16="http://schemas.microsoft.com/office/drawing/2014/main" id="{DFF5CBD4-0D40-46CB-83FF-1C58DD787062}"/>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3632917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 purple">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6A4069F-7B77-435A-A9D6-CD64E24346C4}"/>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13" name="Footer Placeholder 4">
            <a:extLst>
              <a:ext uri="{FF2B5EF4-FFF2-40B4-BE49-F238E27FC236}">
                <a16:creationId xmlns:a16="http://schemas.microsoft.com/office/drawing/2014/main" id="{5737735C-1BFC-5948-A4B6-6B9D9DF1DAD9}"/>
              </a:ext>
            </a:extLst>
          </p:cNvPr>
          <p:cNvSpPr txBox="1">
            <a:spLocks/>
          </p:cNvSpPr>
          <p:nvPr userDrawn="1"/>
        </p:nvSpPr>
        <p:spPr>
          <a:xfrm>
            <a:off x="430580" y="6506631"/>
            <a:ext cx="6779559" cy="251947"/>
          </a:xfrm>
          <a:prstGeom prst="rect">
            <a:avLst/>
          </a:prstGeom>
        </p:spPr>
        <p:txBody>
          <a:bodyPr vert="horz" lIns="91440" tIns="45720" rIns="91440" bIns="45720" rtlCol="0" anchor="b" anchorCtr="0"/>
          <a:lstStyle>
            <a:defPPr>
              <a:defRPr lang="fi-FI"/>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noProof="0"/>
          </a:p>
        </p:txBody>
      </p:sp>
      <p:sp>
        <p:nvSpPr>
          <p:cNvPr id="15" name="Footer Placeholder 4">
            <a:extLst>
              <a:ext uri="{FF2B5EF4-FFF2-40B4-BE49-F238E27FC236}">
                <a16:creationId xmlns:a16="http://schemas.microsoft.com/office/drawing/2014/main" id="{686E1A08-E0B6-4CF0-9B54-F868C9DFE6B8}"/>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6" name="Date Placeholder 3">
            <a:extLst>
              <a:ext uri="{FF2B5EF4-FFF2-40B4-BE49-F238E27FC236}">
                <a16:creationId xmlns:a16="http://schemas.microsoft.com/office/drawing/2014/main" id="{8C7C9B07-1287-4DA9-8EE6-AAC6DE816656}"/>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7" name="Slide Number Placeholder 5">
            <a:extLst>
              <a:ext uri="{FF2B5EF4-FFF2-40B4-BE49-F238E27FC236}">
                <a16:creationId xmlns:a16="http://schemas.microsoft.com/office/drawing/2014/main" id="{8697E018-CB7F-48B9-B44F-8C4B55AF6C59}"/>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3530646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 gra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199A30-D9CF-F04F-AD6E-EFD6A331FF13}"/>
              </a:ext>
              <a:ext uri="{C183D7F6-B498-43B3-948B-1728B52AA6E4}">
                <adec:decorative xmlns:adec="http://schemas.microsoft.com/office/drawing/2017/decorative" val="1"/>
              </a:ext>
            </a:extLst>
          </p:cNvPr>
          <p:cNvSpPr/>
          <p:nvPr userDrawn="1"/>
        </p:nvSpPr>
        <p:spPr>
          <a:xfrm>
            <a:off x="277978" y="636422"/>
            <a:ext cx="11914022" cy="6221578"/>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8" name="Date Placeholder 3">
            <a:extLst>
              <a:ext uri="{FF2B5EF4-FFF2-40B4-BE49-F238E27FC236}">
                <a16:creationId xmlns:a16="http://schemas.microsoft.com/office/drawing/2014/main" id="{DA31E617-3DD2-45F9-87A9-28710F458B86}"/>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0" name="Slide Number Placeholder 5">
            <a:extLst>
              <a:ext uri="{FF2B5EF4-FFF2-40B4-BE49-F238E27FC236}">
                <a16:creationId xmlns:a16="http://schemas.microsoft.com/office/drawing/2014/main" id="{823AE687-7288-4989-808B-BBFE1801B646}"/>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6" name="Footer Placeholder 10">
            <a:extLst>
              <a:ext uri="{FF2B5EF4-FFF2-40B4-BE49-F238E27FC236}">
                <a16:creationId xmlns:a16="http://schemas.microsoft.com/office/drawing/2014/main" id="{C9304CA3-67E1-4FC8-9377-97D39A86970A}"/>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1362863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 white">
    <p:spTree>
      <p:nvGrpSpPr>
        <p:cNvPr id="1" name=""/>
        <p:cNvGrpSpPr/>
        <p:nvPr/>
      </p:nvGrpSpPr>
      <p:grpSpPr>
        <a:xfrm>
          <a:off x="0" y="0"/>
          <a:ext cx="0" cy="0"/>
          <a:chOff x="0" y="0"/>
          <a:chExt cx="0" cy="0"/>
        </a:xfrm>
      </p:grpSpPr>
      <p:sp>
        <p:nvSpPr>
          <p:cNvPr id="2" name="Title 1"/>
          <p:cNvSpPr>
            <a:spLocks noGrp="1"/>
          </p:cNvSpPr>
          <p:nvPr>
            <p:ph type="title"/>
          </p:nvPr>
        </p:nvSpPr>
        <p:spPr>
          <a:xfrm>
            <a:off x="410400" y="908050"/>
            <a:ext cx="3932237" cy="1149350"/>
          </a:xfrm>
          <a:prstGeom prst="rect">
            <a:avLst/>
          </a:prstGeom>
        </p:spPr>
        <p:txBody>
          <a:bodyPr anchor="b">
            <a:noAutofit/>
          </a:bodyPr>
          <a:lstStyle>
            <a:lvl1pPr>
              <a:defRPr sz="4000"/>
            </a:lvl1pPr>
          </a:lstStyle>
          <a:p>
            <a:r>
              <a:rPr lang="en-US" noProof="0"/>
              <a:t>Click to edit Master title style</a:t>
            </a:r>
            <a:endParaRPr lang="en-GB" noProof="0"/>
          </a:p>
        </p:txBody>
      </p:sp>
      <p:sp>
        <p:nvSpPr>
          <p:cNvPr id="3" name="Content Placeholder 2"/>
          <p:cNvSpPr>
            <a:spLocks noGrp="1"/>
          </p:cNvSpPr>
          <p:nvPr>
            <p:ph idx="1"/>
          </p:nvPr>
        </p:nvSpPr>
        <p:spPr>
          <a:xfrm>
            <a:off x="4542964" y="908050"/>
            <a:ext cx="7092900" cy="4960938"/>
          </a:xfrm>
        </p:spPr>
        <p:txBody>
          <a:bodyPr>
            <a:no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Text Placeholder 3"/>
          <p:cNvSpPr>
            <a:spLocks noGrp="1"/>
          </p:cNvSpPr>
          <p:nvPr>
            <p:ph type="body" sz="half" idx="2"/>
          </p:nvPr>
        </p:nvSpPr>
        <p:spPr>
          <a:xfrm>
            <a:off x="410400" y="2172614"/>
            <a:ext cx="3932237" cy="3696374"/>
          </a:xfrm>
        </p:spPr>
        <p:txBody>
          <a:bodyPr>
            <a:no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2" name="Date Placeholder 3">
            <a:extLst>
              <a:ext uri="{FF2B5EF4-FFF2-40B4-BE49-F238E27FC236}">
                <a16:creationId xmlns:a16="http://schemas.microsoft.com/office/drawing/2014/main" id="{A9A114AA-0FC1-4BDA-A87A-450D91C74DBE}"/>
              </a:ext>
            </a:extLst>
          </p:cNvPr>
          <p:cNvSpPr>
            <a:spLocks noGrp="1"/>
          </p:cNvSpPr>
          <p:nvPr>
            <p:ph type="dt" sz="half" idx="10"/>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3" name="Slide Number Placeholder 5">
            <a:extLst>
              <a:ext uri="{FF2B5EF4-FFF2-40B4-BE49-F238E27FC236}">
                <a16:creationId xmlns:a16="http://schemas.microsoft.com/office/drawing/2014/main" id="{F8A440A0-2DFA-4694-8E9A-F37821D642C2}"/>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8" name="Footer Placeholder 10">
            <a:extLst>
              <a:ext uri="{FF2B5EF4-FFF2-40B4-BE49-F238E27FC236}">
                <a16:creationId xmlns:a16="http://schemas.microsoft.com/office/drawing/2014/main" id="{B3199E04-FCC9-48F1-9FFB-2F71AFADEA9A}"/>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1720778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 purple">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FB501874-212D-43E0-A21F-C912819BDEE9}"/>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hasCustomPrompt="1"/>
          </p:nvPr>
        </p:nvSpPr>
        <p:spPr>
          <a:xfrm>
            <a:off x="410400" y="908050"/>
            <a:ext cx="3932237" cy="1149350"/>
          </a:xfrm>
          <a:prstGeom prst="rect">
            <a:avLst/>
          </a:prstGeom>
        </p:spPr>
        <p:txBody>
          <a:bodyPr anchor="b">
            <a:noAutofit/>
          </a:bodyPr>
          <a:lstStyle>
            <a:lvl1pPr>
              <a:defRPr sz="4000">
                <a:solidFill>
                  <a:schemeClr val="bg1"/>
                </a:solidFill>
              </a:defRPr>
            </a:lvl1pPr>
          </a:lstStyle>
          <a:p>
            <a:r>
              <a:rPr lang="en-GB" noProof="0"/>
              <a:t>Muokkaa ots. peruasdasdasdasdstyyl. napsautt.</a:t>
            </a:r>
          </a:p>
        </p:txBody>
      </p:sp>
      <p:sp>
        <p:nvSpPr>
          <p:cNvPr id="3" name="Content Placeholder 2"/>
          <p:cNvSpPr>
            <a:spLocks noGrp="1"/>
          </p:cNvSpPr>
          <p:nvPr>
            <p:ph idx="1"/>
          </p:nvPr>
        </p:nvSpPr>
        <p:spPr>
          <a:xfrm>
            <a:off x="4551431" y="908050"/>
            <a:ext cx="7084433" cy="4960938"/>
          </a:xfrm>
        </p:spPr>
        <p:txBody>
          <a:bodyPr>
            <a:noAutofit/>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Text Placeholder 3"/>
          <p:cNvSpPr>
            <a:spLocks noGrp="1"/>
          </p:cNvSpPr>
          <p:nvPr>
            <p:ph type="body" sz="half" idx="2"/>
          </p:nvPr>
        </p:nvSpPr>
        <p:spPr>
          <a:xfrm>
            <a:off x="410400" y="2172614"/>
            <a:ext cx="3932237" cy="3696374"/>
          </a:xfrm>
        </p:spPr>
        <p:txBody>
          <a:bodyPr>
            <a:noAutofit/>
          </a:bodyPr>
          <a:lstStyle>
            <a:lvl1pPr marL="0" indent="0">
              <a:buNone/>
              <a:defRPr sz="2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2" name="Footer Placeholder 4">
            <a:extLst>
              <a:ext uri="{FF2B5EF4-FFF2-40B4-BE49-F238E27FC236}">
                <a16:creationId xmlns:a16="http://schemas.microsoft.com/office/drawing/2014/main" id="{4B0FB749-BBFE-438A-B34D-304382F9D7F3}"/>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3" name="Date Placeholder 3">
            <a:extLst>
              <a:ext uri="{FF2B5EF4-FFF2-40B4-BE49-F238E27FC236}">
                <a16:creationId xmlns:a16="http://schemas.microsoft.com/office/drawing/2014/main" id="{7D16047A-E530-4F76-BE04-5DB0A3040E2D}"/>
              </a:ext>
            </a:extLst>
          </p:cNvPr>
          <p:cNvSpPr>
            <a:spLocks noGrp="1"/>
          </p:cNvSpPr>
          <p:nvPr>
            <p:ph type="dt" sz="half" idx="1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4" name="Slide Number Placeholder 5">
            <a:extLst>
              <a:ext uri="{FF2B5EF4-FFF2-40B4-BE49-F238E27FC236}">
                <a16:creationId xmlns:a16="http://schemas.microsoft.com/office/drawing/2014/main" id="{07B2D6AA-88A2-4EE8-91D4-604C9EE5432D}"/>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914326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 white">
    <p:spTree>
      <p:nvGrpSpPr>
        <p:cNvPr id="1" name=""/>
        <p:cNvGrpSpPr/>
        <p:nvPr/>
      </p:nvGrpSpPr>
      <p:grpSpPr>
        <a:xfrm>
          <a:off x="0" y="0"/>
          <a:ext cx="0" cy="0"/>
          <a:chOff x="0" y="0"/>
          <a:chExt cx="0" cy="0"/>
        </a:xfrm>
      </p:grpSpPr>
      <p:sp>
        <p:nvSpPr>
          <p:cNvPr id="2" name="Title 1"/>
          <p:cNvSpPr>
            <a:spLocks noGrp="1"/>
          </p:cNvSpPr>
          <p:nvPr>
            <p:ph type="title"/>
          </p:nvPr>
        </p:nvSpPr>
        <p:spPr>
          <a:xfrm>
            <a:off x="410400" y="899770"/>
            <a:ext cx="10515600" cy="660103"/>
          </a:xfrm>
          <a:prstGeom prst="rect">
            <a:avLst/>
          </a:prstGeom>
        </p:spPr>
        <p:txBody>
          <a:bodyPr/>
          <a:lstStyle/>
          <a:p>
            <a:r>
              <a:rPr lang="en-US" noProof="0"/>
              <a:t>Click to edit Master title style</a:t>
            </a:r>
            <a:endParaRPr lang="en-GB" noProof="0"/>
          </a:p>
        </p:txBody>
      </p:sp>
      <p:sp>
        <p:nvSpPr>
          <p:cNvPr id="3" name="Vertical Text Placeholder 2"/>
          <p:cNvSpPr>
            <a:spLocks noGrp="1"/>
          </p:cNvSpPr>
          <p:nvPr>
            <p:ph type="body" orient="vert" idx="1"/>
          </p:nvPr>
        </p:nvSpPr>
        <p:spPr>
          <a:xfrm>
            <a:off x="410400" y="1707297"/>
            <a:ext cx="10515600" cy="4351338"/>
          </a:xfrm>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Date Placeholder 3">
            <a:extLst>
              <a:ext uri="{FF2B5EF4-FFF2-40B4-BE49-F238E27FC236}">
                <a16:creationId xmlns:a16="http://schemas.microsoft.com/office/drawing/2014/main" id="{9A817179-6464-4F21-9B03-3D32D962BE2F}"/>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2" name="Slide Number Placeholder 5">
            <a:extLst>
              <a:ext uri="{FF2B5EF4-FFF2-40B4-BE49-F238E27FC236}">
                <a16:creationId xmlns:a16="http://schemas.microsoft.com/office/drawing/2014/main" id="{C353961E-5198-4EC6-84CF-7D796EA3DAFA}"/>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7" name="Footer Placeholder 10">
            <a:extLst>
              <a:ext uri="{FF2B5EF4-FFF2-40B4-BE49-F238E27FC236}">
                <a16:creationId xmlns:a16="http://schemas.microsoft.com/office/drawing/2014/main" id="{0F202A3E-9DD7-4C20-B920-B130C51F616A}"/>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327832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 purp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0A482-DF25-4AC1-93FF-A21A43ED80E6}"/>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p:nvPr>
        </p:nvSpPr>
        <p:spPr>
          <a:xfrm>
            <a:off x="410400" y="899770"/>
            <a:ext cx="10515600" cy="660103"/>
          </a:xfrm>
          <a:prstGeom prst="rect">
            <a:avLst/>
          </a:prstGeom>
        </p:spPr>
        <p:txBody>
          <a:bodyPr/>
          <a:lstStyle>
            <a:lvl1pPr>
              <a:defRPr>
                <a:solidFill>
                  <a:schemeClr val="bg1"/>
                </a:solidFill>
              </a:defRPr>
            </a:lvl1pPr>
          </a:lstStyle>
          <a:p>
            <a:r>
              <a:rPr lang="en-US" noProof="0"/>
              <a:t>Click to edit Master title style</a:t>
            </a:r>
            <a:endParaRPr lang="en-GB" noProof="0"/>
          </a:p>
        </p:txBody>
      </p:sp>
      <p:sp>
        <p:nvSpPr>
          <p:cNvPr id="3" name="Vertical Text Placeholder 2"/>
          <p:cNvSpPr>
            <a:spLocks noGrp="1"/>
          </p:cNvSpPr>
          <p:nvPr>
            <p:ph type="body" orient="vert" idx="1"/>
          </p:nvPr>
        </p:nvSpPr>
        <p:spPr>
          <a:xfrm>
            <a:off x="410400" y="1707297"/>
            <a:ext cx="10515600" cy="4351338"/>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Footer Placeholder 4">
            <a:extLst>
              <a:ext uri="{FF2B5EF4-FFF2-40B4-BE49-F238E27FC236}">
                <a16:creationId xmlns:a16="http://schemas.microsoft.com/office/drawing/2014/main" id="{008E8C6C-B535-4624-AE36-E7AA2DD350A1}"/>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2" name="Date Placeholder 3">
            <a:extLst>
              <a:ext uri="{FF2B5EF4-FFF2-40B4-BE49-F238E27FC236}">
                <a16:creationId xmlns:a16="http://schemas.microsoft.com/office/drawing/2014/main" id="{7D573219-6138-48B9-B6B4-28078E664940}"/>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3" name="Slide Number Placeholder 5">
            <a:extLst>
              <a:ext uri="{FF2B5EF4-FFF2-40B4-BE49-F238E27FC236}">
                <a16:creationId xmlns:a16="http://schemas.microsoft.com/office/drawing/2014/main" id="{E093FE60-FDE5-4FFB-BA0D-01896B739F49}"/>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9974949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 whi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908049"/>
            <a:ext cx="2628900" cy="5268914"/>
          </a:xfrm>
          <a:prstGeom prst="rect">
            <a:avLst/>
          </a:prstGeom>
        </p:spPr>
        <p:txBody>
          <a:bodyPr vert="eaVert"/>
          <a:lstStyle/>
          <a:p>
            <a:r>
              <a:rPr lang="en-US" noProof="0"/>
              <a:t>Click to edit Master title style</a:t>
            </a:r>
            <a:endParaRPr lang="en-GB" noProof="0"/>
          </a:p>
        </p:txBody>
      </p:sp>
      <p:sp>
        <p:nvSpPr>
          <p:cNvPr id="3" name="Vertical Text Placeholder 2"/>
          <p:cNvSpPr>
            <a:spLocks noGrp="1"/>
          </p:cNvSpPr>
          <p:nvPr>
            <p:ph type="body" orient="vert" idx="1"/>
          </p:nvPr>
        </p:nvSpPr>
        <p:spPr>
          <a:xfrm>
            <a:off x="838200" y="908049"/>
            <a:ext cx="7734300" cy="5268913"/>
          </a:xfrm>
        </p:spPr>
        <p:txBody>
          <a:bodyPr vert="eaVert"/>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Date Placeholder 3">
            <a:extLst>
              <a:ext uri="{FF2B5EF4-FFF2-40B4-BE49-F238E27FC236}">
                <a16:creationId xmlns:a16="http://schemas.microsoft.com/office/drawing/2014/main" id="{FA231356-4E89-42FF-B9D2-5276EA40A6FE}"/>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2" name="Slide Number Placeholder 5">
            <a:extLst>
              <a:ext uri="{FF2B5EF4-FFF2-40B4-BE49-F238E27FC236}">
                <a16:creationId xmlns:a16="http://schemas.microsoft.com/office/drawing/2014/main" id="{E294DD31-33A4-4715-9A6D-15C4AF304F69}"/>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7" name="Footer Placeholder 10">
            <a:extLst>
              <a:ext uri="{FF2B5EF4-FFF2-40B4-BE49-F238E27FC236}">
                <a16:creationId xmlns:a16="http://schemas.microsoft.com/office/drawing/2014/main" id="{FEC80EF1-75D1-469D-8A92-4BE196BAFDBD}"/>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24161051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 purp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D6C69A4-9805-44B9-86C2-D0BEF1B39F44}"/>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Vertical Title 1"/>
          <p:cNvSpPr>
            <a:spLocks noGrp="1"/>
          </p:cNvSpPr>
          <p:nvPr>
            <p:ph type="title" orient="vert"/>
          </p:nvPr>
        </p:nvSpPr>
        <p:spPr>
          <a:xfrm>
            <a:off x="8724900" y="908049"/>
            <a:ext cx="2628900" cy="5268914"/>
          </a:xfrm>
          <a:prstGeom prst="rect">
            <a:avLst/>
          </a:prstGeom>
        </p:spPr>
        <p:txBody>
          <a:bodyPr vert="eaVert"/>
          <a:lstStyle>
            <a:lvl1pPr>
              <a:defRPr>
                <a:solidFill>
                  <a:schemeClr val="bg1"/>
                </a:solidFill>
              </a:defRPr>
            </a:lvl1pPr>
          </a:lstStyle>
          <a:p>
            <a:r>
              <a:rPr lang="en-US" noProof="0"/>
              <a:t>Click to edit Master title style</a:t>
            </a:r>
            <a:endParaRPr lang="en-GB" noProof="0"/>
          </a:p>
        </p:txBody>
      </p:sp>
      <p:sp>
        <p:nvSpPr>
          <p:cNvPr id="3" name="Vertical Text Placeholder 2"/>
          <p:cNvSpPr>
            <a:spLocks noGrp="1"/>
          </p:cNvSpPr>
          <p:nvPr>
            <p:ph type="body" orient="vert" idx="1"/>
          </p:nvPr>
        </p:nvSpPr>
        <p:spPr>
          <a:xfrm>
            <a:off x="838200" y="908049"/>
            <a:ext cx="7734300" cy="5268913"/>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Footer Placeholder 4">
            <a:extLst>
              <a:ext uri="{FF2B5EF4-FFF2-40B4-BE49-F238E27FC236}">
                <a16:creationId xmlns:a16="http://schemas.microsoft.com/office/drawing/2014/main" id="{DD6E3F5C-87B6-4EC2-BBE3-B9D1C41B91F3}"/>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2" name="Date Placeholder 3">
            <a:extLst>
              <a:ext uri="{FF2B5EF4-FFF2-40B4-BE49-F238E27FC236}">
                <a16:creationId xmlns:a16="http://schemas.microsoft.com/office/drawing/2014/main" id="{35EC882A-A2D2-46CB-99A6-60BC54D854C7}"/>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3" name="Slide Number Placeholder 5">
            <a:extLst>
              <a:ext uri="{FF2B5EF4-FFF2-40B4-BE49-F238E27FC236}">
                <a16:creationId xmlns:a16="http://schemas.microsoft.com/office/drawing/2014/main" id="{45571256-36CB-4721-8D5D-45CF8D5DFD8D}"/>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16107663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 white">
    <p:spTree>
      <p:nvGrpSpPr>
        <p:cNvPr id="1" name=""/>
        <p:cNvGrpSpPr/>
        <p:nvPr/>
      </p:nvGrpSpPr>
      <p:grpSpPr>
        <a:xfrm>
          <a:off x="0" y="0"/>
          <a:ext cx="0" cy="0"/>
          <a:chOff x="0" y="0"/>
          <a:chExt cx="0" cy="0"/>
        </a:xfrm>
      </p:grpSpPr>
      <p:sp>
        <p:nvSpPr>
          <p:cNvPr id="2" name="Title 1"/>
          <p:cNvSpPr>
            <a:spLocks noGrp="1"/>
          </p:cNvSpPr>
          <p:nvPr>
            <p:ph type="title"/>
          </p:nvPr>
        </p:nvSpPr>
        <p:spPr>
          <a:xfrm>
            <a:off x="410400" y="908050"/>
            <a:ext cx="3932237" cy="1149350"/>
          </a:xfrm>
          <a:prstGeom prst="rect">
            <a:avLst/>
          </a:prstGeom>
        </p:spPr>
        <p:txBody>
          <a:bodyPr anchor="b">
            <a:noAutofit/>
          </a:bodyPr>
          <a:lstStyle>
            <a:lvl1pPr>
              <a:defRPr sz="4000"/>
            </a:lvl1pPr>
          </a:lstStyle>
          <a:p>
            <a:r>
              <a:rPr lang="en-US" noProof="0"/>
              <a:t>Click to edit Master title style</a:t>
            </a:r>
            <a:endParaRPr lang="en-GB" noProof="0"/>
          </a:p>
        </p:txBody>
      </p:sp>
      <p:sp>
        <p:nvSpPr>
          <p:cNvPr id="3" name="Picture Placeholder 2"/>
          <p:cNvSpPr>
            <a:spLocks noGrp="1" noChangeAspect="1"/>
          </p:cNvSpPr>
          <p:nvPr>
            <p:ph type="pic" idx="1"/>
          </p:nvPr>
        </p:nvSpPr>
        <p:spPr>
          <a:xfrm>
            <a:off x="4622800" y="914275"/>
            <a:ext cx="7018337" cy="4954712"/>
          </a:xfrm>
        </p:spPr>
        <p:txBody>
          <a:bodyPr anchor="t">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4" name="Text Placeholder 3"/>
          <p:cNvSpPr>
            <a:spLocks noGrp="1"/>
          </p:cNvSpPr>
          <p:nvPr>
            <p:ph type="body" sz="half" idx="2"/>
          </p:nvPr>
        </p:nvSpPr>
        <p:spPr>
          <a:xfrm>
            <a:off x="410400" y="2223820"/>
            <a:ext cx="3932237" cy="3645167"/>
          </a:xfrm>
        </p:spPr>
        <p:txBody>
          <a:bodyPr>
            <a:no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2" name="Date Placeholder 3">
            <a:extLst>
              <a:ext uri="{FF2B5EF4-FFF2-40B4-BE49-F238E27FC236}">
                <a16:creationId xmlns:a16="http://schemas.microsoft.com/office/drawing/2014/main" id="{403500BF-A2C1-4F36-A443-35E1074B6686}"/>
              </a:ext>
            </a:extLst>
          </p:cNvPr>
          <p:cNvSpPr>
            <a:spLocks noGrp="1"/>
          </p:cNvSpPr>
          <p:nvPr>
            <p:ph type="dt" sz="half" idx="10"/>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3" name="Slide Number Placeholder 5">
            <a:extLst>
              <a:ext uri="{FF2B5EF4-FFF2-40B4-BE49-F238E27FC236}">
                <a16:creationId xmlns:a16="http://schemas.microsoft.com/office/drawing/2014/main" id="{803234A5-5678-4107-B6E4-4D194E2ECF6A}"/>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8" name="Footer Placeholder 10">
            <a:extLst>
              <a:ext uri="{FF2B5EF4-FFF2-40B4-BE49-F238E27FC236}">
                <a16:creationId xmlns:a16="http://schemas.microsoft.com/office/drawing/2014/main" id="{AEB90590-21DA-48A3-904A-917FC50EB7AE}"/>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36199899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 purple">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DF7A597D-CD79-4B30-894C-1B2608609C2C}"/>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p:nvPr>
        </p:nvSpPr>
        <p:spPr>
          <a:xfrm>
            <a:off x="410400" y="908050"/>
            <a:ext cx="3932237" cy="1149350"/>
          </a:xfrm>
          <a:prstGeom prst="rect">
            <a:avLst/>
          </a:prstGeom>
        </p:spPr>
        <p:txBody>
          <a:bodyPr anchor="b">
            <a:noAutofit/>
          </a:bodyPr>
          <a:lstStyle>
            <a:lvl1pPr>
              <a:defRPr sz="4000">
                <a:solidFill>
                  <a:schemeClr val="bg1"/>
                </a:solidFill>
              </a:defRPr>
            </a:lvl1pPr>
          </a:lstStyle>
          <a:p>
            <a:r>
              <a:rPr lang="en-US" noProof="0"/>
              <a:t>Click to edit Master title style</a:t>
            </a:r>
            <a:endParaRPr lang="en-GB" noProof="0"/>
          </a:p>
        </p:txBody>
      </p:sp>
      <p:sp>
        <p:nvSpPr>
          <p:cNvPr id="3" name="Picture Placeholder 2"/>
          <p:cNvSpPr>
            <a:spLocks noGrp="1" noChangeAspect="1"/>
          </p:cNvSpPr>
          <p:nvPr>
            <p:ph type="pic" idx="1"/>
          </p:nvPr>
        </p:nvSpPr>
        <p:spPr>
          <a:xfrm>
            <a:off x="4614333" y="914275"/>
            <a:ext cx="7021530" cy="4954712"/>
          </a:xfrm>
        </p:spPr>
        <p:txBody>
          <a:bodyPr anchor="t">
            <a:noAutofit/>
          </a:bodyPr>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GB" noProof="0"/>
          </a:p>
        </p:txBody>
      </p:sp>
      <p:sp>
        <p:nvSpPr>
          <p:cNvPr id="4" name="Text Placeholder 3"/>
          <p:cNvSpPr>
            <a:spLocks noGrp="1"/>
          </p:cNvSpPr>
          <p:nvPr>
            <p:ph type="body" sz="half" idx="2"/>
          </p:nvPr>
        </p:nvSpPr>
        <p:spPr>
          <a:xfrm>
            <a:off x="410400" y="2223820"/>
            <a:ext cx="3932237" cy="3645167"/>
          </a:xfrm>
        </p:spPr>
        <p:txBody>
          <a:bodyPr>
            <a:noAutofit/>
          </a:bodyPr>
          <a:lstStyle>
            <a:lvl1pPr marL="0" indent="0">
              <a:buNone/>
              <a:defRPr sz="2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2" name="Footer Placeholder 4">
            <a:extLst>
              <a:ext uri="{FF2B5EF4-FFF2-40B4-BE49-F238E27FC236}">
                <a16:creationId xmlns:a16="http://schemas.microsoft.com/office/drawing/2014/main" id="{9E06352D-B086-43FE-8FC5-AC6B4EA8F614}"/>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3" name="Date Placeholder 3">
            <a:extLst>
              <a:ext uri="{FF2B5EF4-FFF2-40B4-BE49-F238E27FC236}">
                <a16:creationId xmlns:a16="http://schemas.microsoft.com/office/drawing/2014/main" id="{9FC39A97-01AE-4D0D-B345-8CBA52274616}"/>
              </a:ext>
            </a:extLst>
          </p:cNvPr>
          <p:cNvSpPr>
            <a:spLocks noGrp="1"/>
          </p:cNvSpPr>
          <p:nvPr>
            <p:ph type="dt" sz="half" idx="1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4" name="Slide Number Placeholder 5">
            <a:extLst>
              <a:ext uri="{FF2B5EF4-FFF2-40B4-BE49-F238E27FC236}">
                <a16:creationId xmlns:a16="http://schemas.microsoft.com/office/drawing/2014/main" id="{1C76E15C-8063-441E-A2E0-1EBFFF54D9CB}"/>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16301591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ig caption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3679" y="1143245"/>
            <a:ext cx="4853934" cy="3149671"/>
          </a:xfrm>
          <a:prstGeom prst="rect">
            <a:avLst/>
          </a:prstGeom>
        </p:spPr>
        <p:txBody>
          <a:bodyPr/>
          <a:lstStyle>
            <a:lvl1pPr>
              <a:defRPr sz="4400">
                <a:solidFill>
                  <a:srgbClr val="4E008E"/>
                </a:solidFill>
              </a:defRPr>
            </a:lvl1pPr>
          </a:lstStyle>
          <a:p>
            <a:r>
              <a:rPr lang="en-GB" noProof="0"/>
              <a:t>This is a place for a longer text that goes on for three or more lines</a:t>
            </a:r>
          </a:p>
        </p:txBody>
      </p:sp>
      <p:sp>
        <p:nvSpPr>
          <p:cNvPr id="11" name="Content Placeholder 2">
            <a:extLst>
              <a:ext uri="{FF2B5EF4-FFF2-40B4-BE49-F238E27FC236}">
                <a16:creationId xmlns:a16="http://schemas.microsoft.com/office/drawing/2014/main" id="{CB8C4556-08AF-304E-8426-06F9F8EFFA15}"/>
              </a:ext>
            </a:extLst>
          </p:cNvPr>
          <p:cNvSpPr>
            <a:spLocks noGrp="1"/>
          </p:cNvSpPr>
          <p:nvPr>
            <p:ph idx="1"/>
          </p:nvPr>
        </p:nvSpPr>
        <p:spPr>
          <a:xfrm>
            <a:off x="6028267" y="1312457"/>
            <a:ext cx="5040000" cy="489068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Date Placeholder 3">
            <a:extLst>
              <a:ext uri="{FF2B5EF4-FFF2-40B4-BE49-F238E27FC236}">
                <a16:creationId xmlns:a16="http://schemas.microsoft.com/office/drawing/2014/main" id="{D17F52D9-8B1E-4F7F-AA8C-39AD4EB471D1}"/>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3" name="Slide Number Placeholder 5">
            <a:extLst>
              <a:ext uri="{FF2B5EF4-FFF2-40B4-BE49-F238E27FC236}">
                <a16:creationId xmlns:a16="http://schemas.microsoft.com/office/drawing/2014/main" id="{EB5273A0-B2DF-4C71-84F5-8A0CABCD51C5}"/>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7" name="Footer Placeholder 10">
            <a:extLst>
              <a:ext uri="{FF2B5EF4-FFF2-40B4-BE49-F238E27FC236}">
                <a16:creationId xmlns:a16="http://schemas.microsoft.com/office/drawing/2014/main" id="{D3A36DE0-5C27-4F2F-B628-D82AEFA8D893}"/>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24897179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g caption - purple">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D4B79723-8A28-41DA-8158-47C40BEA1162}"/>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2" name="Title 1"/>
          <p:cNvSpPr>
            <a:spLocks noGrp="1"/>
          </p:cNvSpPr>
          <p:nvPr>
            <p:ph type="title" hasCustomPrompt="1"/>
          </p:nvPr>
        </p:nvSpPr>
        <p:spPr>
          <a:xfrm>
            <a:off x="599144" y="1129720"/>
            <a:ext cx="4853934" cy="3149671"/>
          </a:xfrm>
          <a:prstGeom prst="rect">
            <a:avLst/>
          </a:prstGeom>
        </p:spPr>
        <p:txBody>
          <a:bodyPr/>
          <a:lstStyle>
            <a:lvl1pPr>
              <a:defRPr sz="4400">
                <a:solidFill>
                  <a:schemeClr val="bg1"/>
                </a:solidFill>
              </a:defRPr>
            </a:lvl1pPr>
          </a:lstStyle>
          <a:p>
            <a:r>
              <a:rPr lang="en-GB" noProof="0"/>
              <a:t>This is a place for a longer text that goes on for three or more lines</a:t>
            </a:r>
          </a:p>
        </p:txBody>
      </p:sp>
      <p:sp>
        <p:nvSpPr>
          <p:cNvPr id="11" name="Content Placeholder 2">
            <a:extLst>
              <a:ext uri="{FF2B5EF4-FFF2-40B4-BE49-F238E27FC236}">
                <a16:creationId xmlns:a16="http://schemas.microsoft.com/office/drawing/2014/main" id="{CB8C4556-08AF-304E-8426-06F9F8EFFA15}"/>
              </a:ext>
            </a:extLst>
          </p:cNvPr>
          <p:cNvSpPr>
            <a:spLocks noGrp="1"/>
          </p:cNvSpPr>
          <p:nvPr>
            <p:ph idx="1"/>
          </p:nvPr>
        </p:nvSpPr>
        <p:spPr>
          <a:xfrm>
            <a:off x="6019804" y="1320928"/>
            <a:ext cx="5040000" cy="48906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8" name="Footer Placeholder 4">
            <a:extLst>
              <a:ext uri="{FF2B5EF4-FFF2-40B4-BE49-F238E27FC236}">
                <a16:creationId xmlns:a16="http://schemas.microsoft.com/office/drawing/2014/main" id="{20B3E6F3-32BA-42D1-BB7C-49EDFDFBC238}"/>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9" name="Date Placeholder 3">
            <a:extLst>
              <a:ext uri="{FF2B5EF4-FFF2-40B4-BE49-F238E27FC236}">
                <a16:creationId xmlns:a16="http://schemas.microsoft.com/office/drawing/2014/main" id="{162A019B-6E71-4FF6-8233-F4C956257586}"/>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0" name="Slide Number Placeholder 5">
            <a:extLst>
              <a:ext uri="{FF2B5EF4-FFF2-40B4-BE49-F238E27FC236}">
                <a16:creationId xmlns:a16="http://schemas.microsoft.com/office/drawing/2014/main" id="{2D7264E8-D67F-450D-B5B3-7C3FE5CFB210}"/>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31034752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ig caption and picture - whit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33A1E0F-9E5E-9745-BEF2-2CE041671C63}"/>
              </a:ext>
            </a:extLst>
          </p:cNvPr>
          <p:cNvSpPr>
            <a:spLocks noGrp="1"/>
          </p:cNvSpPr>
          <p:nvPr>
            <p:ph type="pic" sz="quarter" idx="14"/>
          </p:nvPr>
        </p:nvSpPr>
        <p:spPr>
          <a:xfrm>
            <a:off x="5537201" y="908050"/>
            <a:ext cx="6103938" cy="5281762"/>
          </a:xfrm>
        </p:spPr>
        <p:txBody>
          <a:bodyPr/>
          <a:lstStyle>
            <a:lvl1pPr marL="0" indent="0" algn="ctr">
              <a:buNone/>
              <a:defRPr>
                <a:solidFill>
                  <a:schemeClr val="tx1"/>
                </a:solidFill>
              </a:defRPr>
            </a:lvl1pPr>
          </a:lstStyle>
          <a:p>
            <a:r>
              <a:rPr lang="en-US" noProof="0"/>
              <a:t>Click icon to add picture</a:t>
            </a:r>
            <a:endParaRPr lang="en-GB" noProof="0"/>
          </a:p>
        </p:txBody>
      </p:sp>
      <p:sp>
        <p:nvSpPr>
          <p:cNvPr id="2" name="Title 1"/>
          <p:cNvSpPr>
            <a:spLocks noGrp="1"/>
          </p:cNvSpPr>
          <p:nvPr>
            <p:ph type="title" hasCustomPrompt="1"/>
          </p:nvPr>
        </p:nvSpPr>
        <p:spPr>
          <a:xfrm>
            <a:off x="420708" y="792399"/>
            <a:ext cx="4957631" cy="1909269"/>
          </a:xfrm>
          <a:prstGeom prst="rect">
            <a:avLst/>
          </a:prstGeom>
        </p:spPr>
        <p:txBody>
          <a:bodyPr/>
          <a:lstStyle>
            <a:lvl1pPr>
              <a:defRPr sz="4400">
                <a:solidFill>
                  <a:schemeClr val="tx1"/>
                </a:solidFill>
              </a:defRPr>
            </a:lvl1pPr>
          </a:lstStyle>
          <a:p>
            <a:r>
              <a:rPr lang="en-GB" noProof="0"/>
              <a:t>This is a place for a longer text with big font</a:t>
            </a:r>
          </a:p>
        </p:txBody>
      </p:sp>
      <p:sp>
        <p:nvSpPr>
          <p:cNvPr id="8" name="Content Placeholder 2">
            <a:extLst>
              <a:ext uri="{FF2B5EF4-FFF2-40B4-BE49-F238E27FC236}">
                <a16:creationId xmlns:a16="http://schemas.microsoft.com/office/drawing/2014/main" id="{733E05CB-C7A1-A342-B41E-5EE8CD4216AE}"/>
              </a:ext>
            </a:extLst>
          </p:cNvPr>
          <p:cNvSpPr>
            <a:spLocks noGrp="1"/>
          </p:cNvSpPr>
          <p:nvPr>
            <p:ph idx="13"/>
          </p:nvPr>
        </p:nvSpPr>
        <p:spPr>
          <a:xfrm>
            <a:off x="528363" y="2960016"/>
            <a:ext cx="4849977" cy="322979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4" name="Date Placeholder 3">
            <a:extLst>
              <a:ext uri="{FF2B5EF4-FFF2-40B4-BE49-F238E27FC236}">
                <a16:creationId xmlns:a16="http://schemas.microsoft.com/office/drawing/2014/main" id="{184F16D1-C984-4655-8258-D6EF6AF7DF68}"/>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5" name="Slide Number Placeholder 5">
            <a:extLst>
              <a:ext uri="{FF2B5EF4-FFF2-40B4-BE49-F238E27FC236}">
                <a16:creationId xmlns:a16="http://schemas.microsoft.com/office/drawing/2014/main" id="{70ACAF84-7C25-4838-BB2E-3953315E6609}"/>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10" name="Footer Placeholder 10">
            <a:extLst>
              <a:ext uri="{FF2B5EF4-FFF2-40B4-BE49-F238E27FC236}">
                <a16:creationId xmlns:a16="http://schemas.microsoft.com/office/drawing/2014/main" id="{7F734B17-F190-4E9B-912E-CA33643B1B5B}"/>
              </a:ext>
            </a:extLst>
          </p:cNvPr>
          <p:cNvSpPr>
            <a:spLocks noGrp="1"/>
          </p:cNvSpPr>
          <p:nvPr>
            <p:ph type="ftr" sz="quarter" idx="15"/>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3706329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caption and picture - purple">
    <p:spTree>
      <p:nvGrpSpPr>
        <p:cNvPr id="1" name=""/>
        <p:cNvGrpSpPr/>
        <p:nvPr/>
      </p:nvGrpSpPr>
      <p:grpSpPr>
        <a:xfrm>
          <a:off x="0" y="0"/>
          <a:ext cx="0" cy="0"/>
          <a:chOff x="0" y="0"/>
          <a:chExt cx="0" cy="0"/>
        </a:xfrm>
      </p:grpSpPr>
      <p:sp>
        <p:nvSpPr>
          <p:cNvPr id="12" name="Rectangle 7">
            <a:extLst>
              <a:ext uri="{FF2B5EF4-FFF2-40B4-BE49-F238E27FC236}">
                <a16:creationId xmlns:a16="http://schemas.microsoft.com/office/drawing/2014/main" id="{782EC1E3-2963-4D1C-A09D-168216C669EB}"/>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8" name="Content Placeholder 2">
            <a:extLst>
              <a:ext uri="{FF2B5EF4-FFF2-40B4-BE49-F238E27FC236}">
                <a16:creationId xmlns:a16="http://schemas.microsoft.com/office/drawing/2014/main" id="{733E05CB-C7A1-A342-B41E-5EE8CD4216AE}"/>
              </a:ext>
            </a:extLst>
          </p:cNvPr>
          <p:cNvSpPr>
            <a:spLocks noGrp="1"/>
          </p:cNvSpPr>
          <p:nvPr>
            <p:ph idx="13"/>
          </p:nvPr>
        </p:nvSpPr>
        <p:spPr>
          <a:xfrm>
            <a:off x="526893" y="2960016"/>
            <a:ext cx="4857292" cy="322248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Picture Placeholder 8">
            <a:extLst>
              <a:ext uri="{FF2B5EF4-FFF2-40B4-BE49-F238E27FC236}">
                <a16:creationId xmlns:a16="http://schemas.microsoft.com/office/drawing/2014/main" id="{933A1E0F-9E5E-9745-BEF2-2CE041671C63}"/>
              </a:ext>
            </a:extLst>
          </p:cNvPr>
          <p:cNvSpPr>
            <a:spLocks noGrp="1"/>
          </p:cNvSpPr>
          <p:nvPr>
            <p:ph type="pic" sz="quarter" idx="14"/>
          </p:nvPr>
        </p:nvSpPr>
        <p:spPr>
          <a:xfrm>
            <a:off x="5528733" y="908050"/>
            <a:ext cx="6112405" cy="5273294"/>
          </a:xfrm>
        </p:spPr>
        <p:txBody>
          <a:bodyPr/>
          <a:lstStyle>
            <a:lvl1pPr marL="0" indent="0" algn="ctr">
              <a:buNone/>
              <a:defRPr>
                <a:solidFill>
                  <a:schemeClr val="bg1"/>
                </a:solidFill>
              </a:defRPr>
            </a:lvl1pPr>
          </a:lstStyle>
          <a:p>
            <a:r>
              <a:rPr lang="en-US" noProof="0"/>
              <a:t>Click icon to add picture</a:t>
            </a:r>
            <a:endParaRPr lang="en-GB" noProof="0"/>
          </a:p>
        </p:txBody>
      </p:sp>
      <p:sp>
        <p:nvSpPr>
          <p:cNvPr id="2" name="Title 1"/>
          <p:cNvSpPr>
            <a:spLocks noGrp="1"/>
          </p:cNvSpPr>
          <p:nvPr>
            <p:ph type="title" hasCustomPrompt="1"/>
          </p:nvPr>
        </p:nvSpPr>
        <p:spPr>
          <a:xfrm>
            <a:off x="428665" y="775657"/>
            <a:ext cx="4955519" cy="1909269"/>
          </a:xfrm>
          <a:prstGeom prst="rect">
            <a:avLst/>
          </a:prstGeom>
        </p:spPr>
        <p:txBody>
          <a:bodyPr/>
          <a:lstStyle>
            <a:lvl1pPr>
              <a:defRPr sz="4400">
                <a:solidFill>
                  <a:schemeClr val="bg1"/>
                </a:solidFill>
              </a:defRPr>
            </a:lvl1pPr>
          </a:lstStyle>
          <a:p>
            <a:r>
              <a:rPr lang="en-GB" noProof="0"/>
              <a:t>This is a place for a longer text with big font</a:t>
            </a:r>
          </a:p>
        </p:txBody>
      </p:sp>
      <p:sp>
        <p:nvSpPr>
          <p:cNvPr id="10" name="Footer Placeholder 4">
            <a:extLst>
              <a:ext uri="{FF2B5EF4-FFF2-40B4-BE49-F238E27FC236}">
                <a16:creationId xmlns:a16="http://schemas.microsoft.com/office/drawing/2014/main" id="{835FED0F-203A-4399-B1A6-E36F6BDBF2CE}"/>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1" name="Date Placeholder 3">
            <a:extLst>
              <a:ext uri="{FF2B5EF4-FFF2-40B4-BE49-F238E27FC236}">
                <a16:creationId xmlns:a16="http://schemas.microsoft.com/office/drawing/2014/main" id="{C7E17269-133F-4041-8E1C-C34F81D99EAB}"/>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5" name="Slide Number Placeholder 5">
            <a:extLst>
              <a:ext uri="{FF2B5EF4-FFF2-40B4-BE49-F238E27FC236}">
                <a16:creationId xmlns:a16="http://schemas.microsoft.com/office/drawing/2014/main" id="{509F9ABA-0045-4D3B-9E43-6CE8DD7F644D}"/>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2025868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s and text_1 - whit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83AB547-0C6F-394C-8BEF-5A6F3FBAF0D7}"/>
              </a:ext>
            </a:extLst>
          </p:cNvPr>
          <p:cNvSpPr>
            <a:spLocks noGrp="1"/>
          </p:cNvSpPr>
          <p:nvPr>
            <p:ph type="title"/>
          </p:nvPr>
        </p:nvSpPr>
        <p:spPr>
          <a:xfrm>
            <a:off x="414243" y="908050"/>
            <a:ext cx="10506697" cy="649288"/>
          </a:xfrm>
          <a:prstGeom prst="rect">
            <a:avLst/>
          </a:prstGeom>
        </p:spPr>
        <p:txBody>
          <a:bodyPr anchor="t" anchorCtr="0"/>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C779FD3A-6E17-1D47-8E91-0B127B4332FC}"/>
              </a:ext>
            </a:extLst>
          </p:cNvPr>
          <p:cNvSpPr>
            <a:spLocks noGrp="1"/>
          </p:cNvSpPr>
          <p:nvPr>
            <p:ph type="pic" sz="quarter" idx="14"/>
          </p:nvPr>
        </p:nvSpPr>
        <p:spPr>
          <a:xfrm>
            <a:off x="529077" y="1931988"/>
            <a:ext cx="2502487" cy="1523637"/>
          </a:xfrm>
        </p:spPr>
        <p:txBody>
          <a:bodyPr/>
          <a:lstStyle>
            <a:lvl1pPr>
              <a:defRPr>
                <a:solidFill>
                  <a:schemeClr val="tx1"/>
                </a:solidFill>
              </a:defRPr>
            </a:lvl1pPr>
          </a:lstStyle>
          <a:p>
            <a:r>
              <a:rPr lang="en-US" noProof="0"/>
              <a:t>Click icon to add picture</a:t>
            </a:r>
            <a:endParaRPr lang="en-GB" noProof="0"/>
          </a:p>
        </p:txBody>
      </p:sp>
      <p:sp>
        <p:nvSpPr>
          <p:cNvPr id="16" name="Text Placeholder 15">
            <a:extLst>
              <a:ext uri="{FF2B5EF4-FFF2-40B4-BE49-F238E27FC236}">
                <a16:creationId xmlns:a16="http://schemas.microsoft.com/office/drawing/2014/main" id="{F8C0298E-F14A-6845-92C8-38BD03C68323}"/>
              </a:ext>
            </a:extLst>
          </p:cNvPr>
          <p:cNvSpPr>
            <a:spLocks noGrp="1"/>
          </p:cNvSpPr>
          <p:nvPr>
            <p:ph type="body" sz="quarter" idx="15"/>
          </p:nvPr>
        </p:nvSpPr>
        <p:spPr>
          <a:xfrm>
            <a:off x="529077" y="3455625"/>
            <a:ext cx="2502487" cy="2633662"/>
          </a:xfrm>
          <a:solidFill>
            <a:srgbClr val="EFEFEF"/>
          </a:solidFill>
        </p:spPr>
        <p:txBody>
          <a:bodyPr lIns="144000" tIns="216000" rIns="144000" bIns="216000">
            <a:noAutofit/>
          </a:bodyPr>
          <a:lstStyle>
            <a:lvl1pPr marL="0" indent="0">
              <a:lnSpc>
                <a:spcPct val="100000"/>
              </a:lnSpc>
              <a:buNone/>
              <a:defRPr sz="1600">
                <a:solidFill>
                  <a:schemeClr val="tx1"/>
                </a:solidFill>
              </a:defRPr>
            </a:lvl1pPr>
            <a:lvl2pPr marL="314325" indent="0">
              <a:lnSpc>
                <a:spcPct val="100000"/>
              </a:lnSpc>
              <a:buNone/>
              <a:defRPr sz="1600">
                <a:solidFill>
                  <a:schemeClr val="tx1"/>
                </a:solidFill>
              </a:defRPr>
            </a:lvl2pPr>
            <a:lvl3pPr marL="671513" indent="0">
              <a:lnSpc>
                <a:spcPct val="100000"/>
              </a:lnSpc>
              <a:buNone/>
              <a:defRPr sz="1600">
                <a:solidFill>
                  <a:schemeClr val="tx1"/>
                </a:solidFill>
              </a:defRPr>
            </a:lvl3pPr>
            <a:lvl4pPr marL="1027112" indent="0">
              <a:lnSpc>
                <a:spcPct val="100000"/>
              </a:lnSpc>
              <a:buNone/>
              <a:defRPr sz="1600">
                <a:solidFill>
                  <a:schemeClr val="tx1"/>
                </a:solidFill>
              </a:defRPr>
            </a:lvl4pPr>
            <a:lvl5pPr marL="1336675" indent="0">
              <a:lnSpc>
                <a:spcPct val="100000"/>
              </a:lnSpc>
              <a:buNone/>
              <a:defRPr sz="16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7" name="Picture Placeholder 6">
            <a:extLst>
              <a:ext uri="{FF2B5EF4-FFF2-40B4-BE49-F238E27FC236}">
                <a16:creationId xmlns:a16="http://schemas.microsoft.com/office/drawing/2014/main" id="{558BD131-E1E6-6B4A-8A43-7499BB4F444B}"/>
              </a:ext>
            </a:extLst>
          </p:cNvPr>
          <p:cNvSpPr>
            <a:spLocks noGrp="1"/>
          </p:cNvSpPr>
          <p:nvPr>
            <p:ph type="pic" sz="quarter" idx="16"/>
          </p:nvPr>
        </p:nvSpPr>
        <p:spPr>
          <a:xfrm>
            <a:off x="3203849" y="1931988"/>
            <a:ext cx="2502487" cy="1523637"/>
          </a:xfrm>
        </p:spPr>
        <p:txBody>
          <a:bodyPr/>
          <a:lstStyle/>
          <a:p>
            <a:r>
              <a:rPr lang="en-US" noProof="0"/>
              <a:t>Click icon to add picture</a:t>
            </a:r>
            <a:endParaRPr lang="en-GB" noProof="0"/>
          </a:p>
        </p:txBody>
      </p:sp>
      <p:sp>
        <p:nvSpPr>
          <p:cNvPr id="18" name="Text Placeholder 15">
            <a:extLst>
              <a:ext uri="{FF2B5EF4-FFF2-40B4-BE49-F238E27FC236}">
                <a16:creationId xmlns:a16="http://schemas.microsoft.com/office/drawing/2014/main" id="{97DB071B-9088-9940-8EEF-A7349739FAA7}"/>
              </a:ext>
            </a:extLst>
          </p:cNvPr>
          <p:cNvSpPr>
            <a:spLocks noGrp="1"/>
          </p:cNvSpPr>
          <p:nvPr>
            <p:ph type="body" sz="quarter" idx="17"/>
          </p:nvPr>
        </p:nvSpPr>
        <p:spPr>
          <a:xfrm>
            <a:off x="3203849" y="3455625"/>
            <a:ext cx="2502487" cy="2633662"/>
          </a:xfrm>
          <a:solidFill>
            <a:srgbClr val="EFEFEF"/>
          </a:solidFill>
        </p:spPr>
        <p:txBody>
          <a:bodyPr lIns="144000" tIns="216000" rIns="144000" bIns="216000">
            <a:noAutofit/>
          </a:bodyPr>
          <a:lstStyle>
            <a:lvl1pPr marL="0" indent="0">
              <a:lnSpc>
                <a:spcPct val="100000"/>
              </a:lnSpc>
              <a:buNone/>
              <a:defRPr sz="1600"/>
            </a:lvl1pPr>
            <a:lvl2pPr marL="314325" indent="0">
              <a:lnSpc>
                <a:spcPct val="100000"/>
              </a:lnSpc>
              <a:buNone/>
              <a:defRPr sz="1600"/>
            </a:lvl2pPr>
            <a:lvl3pPr marL="671513" indent="0">
              <a:lnSpc>
                <a:spcPct val="100000"/>
              </a:lnSpc>
              <a:buNone/>
              <a:defRPr sz="1600"/>
            </a:lvl3pPr>
            <a:lvl4pPr marL="1027112" indent="0">
              <a:lnSpc>
                <a:spcPct val="100000"/>
              </a:lnSpc>
              <a:buNone/>
              <a:defRPr sz="1600"/>
            </a:lvl4pPr>
            <a:lvl5pPr marL="1336675" indent="0">
              <a:lnSpc>
                <a:spcPct val="100000"/>
              </a:lnSpc>
              <a:buNone/>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9" name="Picture Placeholder 6">
            <a:extLst>
              <a:ext uri="{FF2B5EF4-FFF2-40B4-BE49-F238E27FC236}">
                <a16:creationId xmlns:a16="http://schemas.microsoft.com/office/drawing/2014/main" id="{D91EB564-08EC-084A-85ED-67955978534A}"/>
              </a:ext>
            </a:extLst>
          </p:cNvPr>
          <p:cNvSpPr>
            <a:spLocks noGrp="1"/>
          </p:cNvSpPr>
          <p:nvPr>
            <p:ph type="pic" sz="quarter" idx="18"/>
          </p:nvPr>
        </p:nvSpPr>
        <p:spPr>
          <a:xfrm>
            <a:off x="5866181" y="1931988"/>
            <a:ext cx="2502487" cy="1523637"/>
          </a:xfrm>
        </p:spPr>
        <p:txBody>
          <a:bodyPr/>
          <a:lstStyle/>
          <a:p>
            <a:r>
              <a:rPr lang="en-US" noProof="0"/>
              <a:t>Click icon to add picture</a:t>
            </a:r>
            <a:endParaRPr lang="en-GB" noProof="0"/>
          </a:p>
        </p:txBody>
      </p:sp>
      <p:sp>
        <p:nvSpPr>
          <p:cNvPr id="20" name="Text Placeholder 15">
            <a:extLst>
              <a:ext uri="{FF2B5EF4-FFF2-40B4-BE49-F238E27FC236}">
                <a16:creationId xmlns:a16="http://schemas.microsoft.com/office/drawing/2014/main" id="{D5E66258-07E1-E642-A305-89957CDCCFED}"/>
              </a:ext>
            </a:extLst>
          </p:cNvPr>
          <p:cNvSpPr>
            <a:spLocks noGrp="1"/>
          </p:cNvSpPr>
          <p:nvPr>
            <p:ph type="body" sz="quarter" idx="19"/>
          </p:nvPr>
        </p:nvSpPr>
        <p:spPr>
          <a:xfrm>
            <a:off x="5866181" y="3455625"/>
            <a:ext cx="2502487" cy="2633662"/>
          </a:xfrm>
          <a:solidFill>
            <a:srgbClr val="EFEFEF"/>
          </a:solidFill>
        </p:spPr>
        <p:txBody>
          <a:bodyPr lIns="144000" tIns="216000" rIns="144000" bIns="216000">
            <a:noAutofit/>
          </a:bodyPr>
          <a:lstStyle>
            <a:lvl1pPr marL="0" indent="0">
              <a:lnSpc>
                <a:spcPct val="100000"/>
              </a:lnSpc>
              <a:buNone/>
              <a:defRPr sz="1600"/>
            </a:lvl1pPr>
            <a:lvl2pPr marL="314325" indent="0">
              <a:lnSpc>
                <a:spcPct val="100000"/>
              </a:lnSpc>
              <a:buNone/>
              <a:defRPr sz="1600"/>
            </a:lvl2pPr>
            <a:lvl3pPr marL="671513" indent="0">
              <a:lnSpc>
                <a:spcPct val="100000"/>
              </a:lnSpc>
              <a:buNone/>
              <a:defRPr sz="1600"/>
            </a:lvl3pPr>
            <a:lvl4pPr marL="1027112" indent="0">
              <a:lnSpc>
                <a:spcPct val="100000"/>
              </a:lnSpc>
              <a:buNone/>
              <a:defRPr sz="1600"/>
            </a:lvl4pPr>
            <a:lvl5pPr marL="1336675" indent="0">
              <a:lnSpc>
                <a:spcPct val="100000"/>
              </a:lnSpc>
              <a:buNone/>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1" name="Picture Placeholder 6">
            <a:extLst>
              <a:ext uri="{FF2B5EF4-FFF2-40B4-BE49-F238E27FC236}">
                <a16:creationId xmlns:a16="http://schemas.microsoft.com/office/drawing/2014/main" id="{DDAC2486-1BBC-E148-8A6A-A96E0924C82A}"/>
              </a:ext>
            </a:extLst>
          </p:cNvPr>
          <p:cNvSpPr>
            <a:spLocks noGrp="1"/>
          </p:cNvSpPr>
          <p:nvPr>
            <p:ph type="pic" sz="quarter" idx="20"/>
          </p:nvPr>
        </p:nvSpPr>
        <p:spPr>
          <a:xfrm>
            <a:off x="8528513" y="1933860"/>
            <a:ext cx="2502487" cy="1523637"/>
          </a:xfrm>
        </p:spPr>
        <p:txBody>
          <a:bodyPr/>
          <a:lstStyle/>
          <a:p>
            <a:r>
              <a:rPr lang="en-US" noProof="0"/>
              <a:t>Click icon to add picture</a:t>
            </a:r>
            <a:endParaRPr lang="en-GB" noProof="0"/>
          </a:p>
        </p:txBody>
      </p:sp>
      <p:sp>
        <p:nvSpPr>
          <p:cNvPr id="22" name="Text Placeholder 15">
            <a:extLst>
              <a:ext uri="{FF2B5EF4-FFF2-40B4-BE49-F238E27FC236}">
                <a16:creationId xmlns:a16="http://schemas.microsoft.com/office/drawing/2014/main" id="{1A3268F3-BC79-314A-9049-89ABFE488563}"/>
              </a:ext>
            </a:extLst>
          </p:cNvPr>
          <p:cNvSpPr>
            <a:spLocks noGrp="1"/>
          </p:cNvSpPr>
          <p:nvPr>
            <p:ph type="body" sz="quarter" idx="21"/>
          </p:nvPr>
        </p:nvSpPr>
        <p:spPr>
          <a:xfrm>
            <a:off x="8528513" y="3457497"/>
            <a:ext cx="2502487" cy="2633662"/>
          </a:xfrm>
          <a:solidFill>
            <a:srgbClr val="EFEFEF"/>
          </a:solidFill>
        </p:spPr>
        <p:txBody>
          <a:bodyPr lIns="144000" tIns="216000" rIns="144000" bIns="216000">
            <a:noAutofit/>
          </a:bodyPr>
          <a:lstStyle>
            <a:lvl1pPr marL="0" indent="0">
              <a:lnSpc>
                <a:spcPct val="100000"/>
              </a:lnSpc>
              <a:buNone/>
              <a:defRPr sz="1600"/>
            </a:lvl1pPr>
            <a:lvl2pPr marL="314325" indent="0">
              <a:lnSpc>
                <a:spcPct val="100000"/>
              </a:lnSpc>
              <a:buNone/>
              <a:defRPr sz="1600"/>
            </a:lvl2pPr>
            <a:lvl3pPr marL="671513" indent="0">
              <a:lnSpc>
                <a:spcPct val="100000"/>
              </a:lnSpc>
              <a:buNone/>
              <a:defRPr sz="1600"/>
            </a:lvl3pPr>
            <a:lvl4pPr marL="1027112" indent="0">
              <a:lnSpc>
                <a:spcPct val="100000"/>
              </a:lnSpc>
              <a:buNone/>
              <a:defRPr sz="1600"/>
            </a:lvl4pPr>
            <a:lvl5pPr marL="1336675" indent="0">
              <a:lnSpc>
                <a:spcPct val="100000"/>
              </a:lnSpc>
              <a:buNone/>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4" name="Date Placeholder 3">
            <a:extLst>
              <a:ext uri="{FF2B5EF4-FFF2-40B4-BE49-F238E27FC236}">
                <a16:creationId xmlns:a16="http://schemas.microsoft.com/office/drawing/2014/main" id="{36BEA95B-149A-4378-99A8-4A3778EC0E29}"/>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26" name="Slide Number Placeholder 5">
            <a:extLst>
              <a:ext uri="{FF2B5EF4-FFF2-40B4-BE49-F238E27FC236}">
                <a16:creationId xmlns:a16="http://schemas.microsoft.com/office/drawing/2014/main" id="{CEF878AF-8D06-4EF3-883F-34F2EFF16D5A}"/>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14" name="Footer Placeholder 10">
            <a:extLst>
              <a:ext uri="{FF2B5EF4-FFF2-40B4-BE49-F238E27FC236}">
                <a16:creationId xmlns:a16="http://schemas.microsoft.com/office/drawing/2014/main" id="{5FB341E1-B4C6-4A8F-95EC-40D3CF9664A3}"/>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3060357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s and text_2 - whit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83AB547-0C6F-394C-8BEF-5A6F3FBAF0D7}"/>
              </a:ext>
            </a:extLst>
          </p:cNvPr>
          <p:cNvSpPr>
            <a:spLocks noGrp="1"/>
          </p:cNvSpPr>
          <p:nvPr>
            <p:ph type="title"/>
          </p:nvPr>
        </p:nvSpPr>
        <p:spPr>
          <a:xfrm>
            <a:off x="414243" y="908050"/>
            <a:ext cx="10506697" cy="649288"/>
          </a:xfrm>
          <a:prstGeom prst="rect">
            <a:avLst/>
          </a:prstGeom>
        </p:spPr>
        <p:txBody>
          <a:bodyPr anchor="t" anchorCtr="0"/>
          <a:lstStyle/>
          <a:p>
            <a:r>
              <a:rPr lang="en-US" noProof="0"/>
              <a:t>Click to edit Master title style</a:t>
            </a:r>
            <a:endParaRPr lang="en-GB" noProof="0"/>
          </a:p>
        </p:txBody>
      </p:sp>
      <p:sp>
        <p:nvSpPr>
          <p:cNvPr id="7" name="Picture Placeholder 6">
            <a:extLst>
              <a:ext uri="{FF2B5EF4-FFF2-40B4-BE49-F238E27FC236}">
                <a16:creationId xmlns:a16="http://schemas.microsoft.com/office/drawing/2014/main" id="{C779FD3A-6E17-1D47-8E91-0B127B4332FC}"/>
              </a:ext>
            </a:extLst>
          </p:cNvPr>
          <p:cNvSpPr>
            <a:spLocks noGrp="1"/>
          </p:cNvSpPr>
          <p:nvPr>
            <p:ph type="pic" sz="quarter" idx="14"/>
          </p:nvPr>
        </p:nvSpPr>
        <p:spPr>
          <a:xfrm>
            <a:off x="529078" y="1931988"/>
            <a:ext cx="3231889" cy="1593882"/>
          </a:xfrm>
        </p:spPr>
        <p:txBody>
          <a:bodyPr>
            <a:noAutofit/>
          </a:bodyPr>
          <a:lstStyle/>
          <a:p>
            <a:r>
              <a:rPr lang="en-US" noProof="0"/>
              <a:t>Click icon to add picture</a:t>
            </a:r>
            <a:endParaRPr lang="en-GB" noProof="0"/>
          </a:p>
        </p:txBody>
      </p:sp>
      <p:sp>
        <p:nvSpPr>
          <p:cNvPr id="16" name="Text Placeholder 15">
            <a:extLst>
              <a:ext uri="{FF2B5EF4-FFF2-40B4-BE49-F238E27FC236}">
                <a16:creationId xmlns:a16="http://schemas.microsoft.com/office/drawing/2014/main" id="{F8C0298E-F14A-6845-92C8-38BD03C68323}"/>
              </a:ext>
            </a:extLst>
          </p:cNvPr>
          <p:cNvSpPr>
            <a:spLocks noGrp="1"/>
          </p:cNvSpPr>
          <p:nvPr>
            <p:ph type="body" sz="quarter" idx="15"/>
          </p:nvPr>
        </p:nvSpPr>
        <p:spPr>
          <a:xfrm>
            <a:off x="529078" y="3455625"/>
            <a:ext cx="3231889" cy="2755084"/>
          </a:xfrm>
          <a:solidFill>
            <a:srgbClr val="EFEFEF"/>
          </a:solidFill>
        </p:spPr>
        <p:txBody>
          <a:bodyPr lIns="144000" tIns="216000" rIns="144000" bIns="216000">
            <a:noAutofit/>
          </a:bodyPr>
          <a:lstStyle>
            <a:lvl1pPr marL="0" indent="0">
              <a:lnSpc>
                <a:spcPct val="100000"/>
              </a:lnSpc>
              <a:buNone/>
              <a:defRPr sz="1600"/>
            </a:lvl1pPr>
            <a:lvl2pPr marL="314325" indent="0">
              <a:lnSpc>
                <a:spcPct val="100000"/>
              </a:lnSpc>
              <a:buNone/>
              <a:defRPr sz="1600"/>
            </a:lvl2pPr>
            <a:lvl3pPr marL="671513" indent="0">
              <a:lnSpc>
                <a:spcPct val="100000"/>
              </a:lnSpc>
              <a:buNone/>
              <a:defRPr sz="1600"/>
            </a:lvl3pPr>
            <a:lvl4pPr marL="1027112" indent="0">
              <a:lnSpc>
                <a:spcPct val="100000"/>
              </a:lnSpc>
              <a:buNone/>
              <a:defRPr sz="1600"/>
            </a:lvl4pPr>
            <a:lvl5pPr marL="1336675" indent="0">
              <a:lnSpc>
                <a:spcPct val="100000"/>
              </a:lnSpc>
              <a:buNone/>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8" name="Picture Placeholder 6">
            <a:extLst>
              <a:ext uri="{FF2B5EF4-FFF2-40B4-BE49-F238E27FC236}">
                <a16:creationId xmlns:a16="http://schemas.microsoft.com/office/drawing/2014/main" id="{5111911C-6CB3-AD44-A987-239427CE4085}"/>
              </a:ext>
            </a:extLst>
          </p:cNvPr>
          <p:cNvSpPr>
            <a:spLocks noGrp="1"/>
          </p:cNvSpPr>
          <p:nvPr>
            <p:ph type="pic" sz="quarter" idx="16"/>
          </p:nvPr>
        </p:nvSpPr>
        <p:spPr>
          <a:xfrm>
            <a:off x="3969788" y="1931988"/>
            <a:ext cx="3231889" cy="1593882"/>
          </a:xfrm>
        </p:spPr>
        <p:txBody>
          <a:bodyPr>
            <a:noAutofit/>
          </a:bodyPr>
          <a:lstStyle/>
          <a:p>
            <a:r>
              <a:rPr lang="en-US" noProof="0"/>
              <a:t>Click icon to add picture</a:t>
            </a:r>
            <a:endParaRPr lang="en-GB" noProof="0"/>
          </a:p>
        </p:txBody>
      </p:sp>
      <p:sp>
        <p:nvSpPr>
          <p:cNvPr id="29" name="Text Placeholder 15">
            <a:extLst>
              <a:ext uri="{FF2B5EF4-FFF2-40B4-BE49-F238E27FC236}">
                <a16:creationId xmlns:a16="http://schemas.microsoft.com/office/drawing/2014/main" id="{4B81E064-8551-694A-8FD5-C523BEB10D17}"/>
              </a:ext>
            </a:extLst>
          </p:cNvPr>
          <p:cNvSpPr>
            <a:spLocks noGrp="1"/>
          </p:cNvSpPr>
          <p:nvPr>
            <p:ph type="body" sz="quarter" idx="17"/>
          </p:nvPr>
        </p:nvSpPr>
        <p:spPr>
          <a:xfrm>
            <a:off x="3969788" y="3455625"/>
            <a:ext cx="3231889" cy="2755084"/>
          </a:xfrm>
          <a:solidFill>
            <a:srgbClr val="EFEFEF"/>
          </a:solidFill>
        </p:spPr>
        <p:txBody>
          <a:bodyPr lIns="144000" tIns="216000" rIns="144000" bIns="216000">
            <a:noAutofit/>
          </a:bodyPr>
          <a:lstStyle>
            <a:lvl1pPr marL="0" indent="0">
              <a:lnSpc>
                <a:spcPct val="100000"/>
              </a:lnSpc>
              <a:buNone/>
              <a:defRPr sz="1600"/>
            </a:lvl1pPr>
            <a:lvl2pPr marL="314325" indent="0">
              <a:lnSpc>
                <a:spcPct val="100000"/>
              </a:lnSpc>
              <a:buNone/>
              <a:defRPr sz="1600"/>
            </a:lvl2pPr>
            <a:lvl3pPr marL="671513" indent="0">
              <a:lnSpc>
                <a:spcPct val="100000"/>
              </a:lnSpc>
              <a:buNone/>
              <a:defRPr sz="1600"/>
            </a:lvl3pPr>
            <a:lvl4pPr marL="1027112" indent="0">
              <a:lnSpc>
                <a:spcPct val="100000"/>
              </a:lnSpc>
              <a:buNone/>
              <a:defRPr sz="1600"/>
            </a:lvl4pPr>
            <a:lvl5pPr marL="1336675" indent="0">
              <a:lnSpc>
                <a:spcPct val="100000"/>
              </a:lnSpc>
              <a:buNone/>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0" name="Picture Placeholder 6">
            <a:extLst>
              <a:ext uri="{FF2B5EF4-FFF2-40B4-BE49-F238E27FC236}">
                <a16:creationId xmlns:a16="http://schemas.microsoft.com/office/drawing/2014/main" id="{E37D0D04-EE41-5F42-BA3B-67ED3166C673}"/>
              </a:ext>
            </a:extLst>
          </p:cNvPr>
          <p:cNvSpPr>
            <a:spLocks noGrp="1"/>
          </p:cNvSpPr>
          <p:nvPr>
            <p:ph type="pic" sz="quarter" idx="18"/>
          </p:nvPr>
        </p:nvSpPr>
        <p:spPr>
          <a:xfrm>
            <a:off x="7410498" y="1931988"/>
            <a:ext cx="3231889" cy="1593882"/>
          </a:xfrm>
        </p:spPr>
        <p:txBody>
          <a:bodyPr>
            <a:noAutofit/>
          </a:bodyPr>
          <a:lstStyle/>
          <a:p>
            <a:r>
              <a:rPr lang="en-US" noProof="0"/>
              <a:t>Click icon to add picture</a:t>
            </a:r>
            <a:endParaRPr lang="en-GB" noProof="0"/>
          </a:p>
        </p:txBody>
      </p:sp>
      <p:sp>
        <p:nvSpPr>
          <p:cNvPr id="31" name="Text Placeholder 15">
            <a:extLst>
              <a:ext uri="{FF2B5EF4-FFF2-40B4-BE49-F238E27FC236}">
                <a16:creationId xmlns:a16="http://schemas.microsoft.com/office/drawing/2014/main" id="{C7609D31-2B9E-9841-9A07-1A4FC7045736}"/>
              </a:ext>
            </a:extLst>
          </p:cNvPr>
          <p:cNvSpPr>
            <a:spLocks noGrp="1"/>
          </p:cNvSpPr>
          <p:nvPr>
            <p:ph type="body" sz="quarter" idx="19"/>
          </p:nvPr>
        </p:nvSpPr>
        <p:spPr>
          <a:xfrm>
            <a:off x="7410498" y="3455625"/>
            <a:ext cx="3231889" cy="2755084"/>
          </a:xfrm>
          <a:solidFill>
            <a:srgbClr val="EFEFEF"/>
          </a:solidFill>
        </p:spPr>
        <p:txBody>
          <a:bodyPr lIns="144000" tIns="216000" rIns="144000" bIns="216000">
            <a:noAutofit/>
          </a:bodyPr>
          <a:lstStyle>
            <a:lvl1pPr marL="0" indent="0">
              <a:lnSpc>
                <a:spcPct val="100000"/>
              </a:lnSpc>
              <a:buNone/>
              <a:defRPr sz="1600"/>
            </a:lvl1pPr>
            <a:lvl2pPr marL="314325" indent="0">
              <a:lnSpc>
                <a:spcPct val="100000"/>
              </a:lnSpc>
              <a:buNone/>
              <a:defRPr sz="1600"/>
            </a:lvl2pPr>
            <a:lvl3pPr marL="671513" indent="0">
              <a:lnSpc>
                <a:spcPct val="100000"/>
              </a:lnSpc>
              <a:buNone/>
              <a:defRPr sz="1600"/>
            </a:lvl3pPr>
            <a:lvl4pPr marL="1027112" indent="0">
              <a:lnSpc>
                <a:spcPct val="100000"/>
              </a:lnSpc>
              <a:buNone/>
              <a:defRPr sz="1600"/>
            </a:lvl4pPr>
            <a:lvl5pPr marL="1336675" indent="0">
              <a:lnSpc>
                <a:spcPct val="100000"/>
              </a:lnSpc>
              <a:buNone/>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4" name="Date Placeholder 3">
            <a:extLst>
              <a:ext uri="{FF2B5EF4-FFF2-40B4-BE49-F238E27FC236}">
                <a16:creationId xmlns:a16="http://schemas.microsoft.com/office/drawing/2014/main" id="{A32E84F1-B479-4DA5-B79A-E1AAD0184436}"/>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5" name="Slide Number Placeholder 5">
            <a:extLst>
              <a:ext uri="{FF2B5EF4-FFF2-40B4-BE49-F238E27FC236}">
                <a16:creationId xmlns:a16="http://schemas.microsoft.com/office/drawing/2014/main" id="{8DBF1F0F-97EF-4D74-A4D0-217EA478DC08}"/>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12" name="Footer Placeholder 10">
            <a:extLst>
              <a:ext uri="{FF2B5EF4-FFF2-40B4-BE49-F238E27FC236}">
                <a16:creationId xmlns:a16="http://schemas.microsoft.com/office/drawing/2014/main" id="{74C35F04-76D4-4B98-A67F-2CB880FD6A98}"/>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22240063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 whit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895A594-3BD2-D54E-93FD-6F7FCA50C312}"/>
              </a:ext>
            </a:extLst>
          </p:cNvPr>
          <p:cNvSpPr>
            <a:spLocks noGrp="1"/>
          </p:cNvSpPr>
          <p:nvPr>
            <p:ph type="title" hasCustomPrompt="1"/>
          </p:nvPr>
        </p:nvSpPr>
        <p:spPr>
          <a:xfrm>
            <a:off x="668339" y="2835805"/>
            <a:ext cx="10660250" cy="1820862"/>
          </a:xfrm>
          <a:prstGeom prst="rect">
            <a:avLst/>
          </a:prstGeom>
        </p:spPr>
        <p:txBody>
          <a:bodyPr anchor="b" anchorCtr="0">
            <a:noAutofit/>
          </a:bodyPr>
          <a:lstStyle>
            <a:lvl1pPr algn="r">
              <a:defRPr sz="5400">
                <a:solidFill>
                  <a:srgbClr val="4E008E"/>
                </a:solidFill>
              </a:defRPr>
            </a:lvl1pPr>
          </a:lstStyle>
          <a:p>
            <a:r>
              <a:rPr lang="en-GB" noProof="0"/>
              <a:t>“Insert </a:t>
            </a:r>
            <a:br>
              <a:rPr lang="en-GB" noProof="0"/>
            </a:br>
            <a:r>
              <a:rPr lang="en-GB" noProof="0"/>
              <a:t>text here.”</a:t>
            </a:r>
          </a:p>
        </p:txBody>
      </p:sp>
      <p:sp>
        <p:nvSpPr>
          <p:cNvPr id="13" name="Tekstin paikkamerkki 2"/>
          <p:cNvSpPr>
            <a:spLocks noGrp="1"/>
          </p:cNvSpPr>
          <p:nvPr>
            <p:ph type="body" sz="quarter" idx="11" hasCustomPrompt="1"/>
          </p:nvPr>
        </p:nvSpPr>
        <p:spPr>
          <a:xfrm>
            <a:off x="668338" y="4784723"/>
            <a:ext cx="10660062" cy="1440000"/>
          </a:xfrm>
        </p:spPr>
        <p:txBody>
          <a:bodyPr>
            <a:noAutofit/>
          </a:bodyPr>
          <a:lstStyle>
            <a:lvl1pPr marL="0" indent="0" algn="r">
              <a:buFontTx/>
              <a:buNone/>
              <a:defRPr sz="3200">
                <a:solidFill>
                  <a:srgbClr val="4E008E"/>
                </a:solidFill>
              </a:defRPr>
            </a:lvl1pPr>
            <a:lvl2pPr marL="314325" indent="0" algn="r">
              <a:buFontTx/>
              <a:buNone/>
              <a:defRPr/>
            </a:lvl2pPr>
            <a:lvl3pPr marL="671513" indent="0" algn="r">
              <a:buFontTx/>
              <a:buNone/>
              <a:defRPr/>
            </a:lvl3pPr>
            <a:lvl4pPr marL="1027112" indent="0" algn="r">
              <a:buFontTx/>
              <a:buNone/>
              <a:defRPr/>
            </a:lvl4pPr>
            <a:lvl5pPr marL="1336675" indent="0" algn="r">
              <a:buFontTx/>
              <a:buNone/>
              <a:defRPr/>
            </a:lvl5pPr>
          </a:lstStyle>
          <a:p>
            <a:pPr lvl="0"/>
            <a:r>
              <a:rPr lang="en-GB" noProof="0"/>
              <a:t>– Firstname Lastname</a:t>
            </a:r>
          </a:p>
        </p:txBody>
      </p:sp>
      <p:sp>
        <p:nvSpPr>
          <p:cNvPr id="11" name="Date Placeholder 3">
            <a:extLst>
              <a:ext uri="{FF2B5EF4-FFF2-40B4-BE49-F238E27FC236}">
                <a16:creationId xmlns:a16="http://schemas.microsoft.com/office/drawing/2014/main" id="{2D54C215-BF9C-463D-8116-5E5F873B8321}"/>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4" name="Slide Number Placeholder 5">
            <a:extLst>
              <a:ext uri="{FF2B5EF4-FFF2-40B4-BE49-F238E27FC236}">
                <a16:creationId xmlns:a16="http://schemas.microsoft.com/office/drawing/2014/main" id="{822651F8-67AD-4CA7-B5C5-141B94156E99}"/>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8" name="Footer Placeholder 10">
            <a:extLst>
              <a:ext uri="{FF2B5EF4-FFF2-40B4-BE49-F238E27FC236}">
                <a16:creationId xmlns:a16="http://schemas.microsoft.com/office/drawing/2014/main" id="{D38B48EA-3C26-4DE6-8A6F-BD13DFD31C46}"/>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35004937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 purple">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CFF25AA6-74E4-4FDC-97D1-348B884E4510}"/>
              </a:ext>
              <a:ext uri="{C183D7F6-B498-43B3-948B-1728B52AA6E4}">
                <adec:decorative xmlns:adec="http://schemas.microsoft.com/office/drawing/2017/decorative" val="1"/>
              </a:ext>
            </a:extLst>
          </p:cNvPr>
          <p:cNvSpPr/>
          <p:nvPr userDrawn="1"/>
        </p:nvSpPr>
        <p:spPr>
          <a:xfrm>
            <a:off x="277978" y="640094"/>
            <a:ext cx="11914022" cy="6221578"/>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11" name="Title 1"/>
          <p:cNvSpPr>
            <a:spLocks noGrp="1"/>
          </p:cNvSpPr>
          <p:nvPr>
            <p:ph type="title" hasCustomPrompt="1"/>
          </p:nvPr>
        </p:nvSpPr>
        <p:spPr>
          <a:xfrm>
            <a:off x="802266" y="2683405"/>
            <a:ext cx="10660250" cy="1820862"/>
          </a:xfrm>
          <a:prstGeom prst="rect">
            <a:avLst/>
          </a:prstGeom>
        </p:spPr>
        <p:txBody>
          <a:bodyPr>
            <a:noAutofit/>
          </a:bodyPr>
          <a:lstStyle>
            <a:lvl1pPr algn="r">
              <a:defRPr sz="5400">
                <a:solidFill>
                  <a:schemeClr val="bg1"/>
                </a:solidFill>
              </a:defRPr>
            </a:lvl1pPr>
          </a:lstStyle>
          <a:p>
            <a:r>
              <a:rPr lang="en-GB" noProof="0"/>
              <a:t>“Insert </a:t>
            </a:r>
            <a:br>
              <a:rPr lang="en-GB" noProof="0"/>
            </a:br>
            <a:r>
              <a:rPr lang="en-GB" noProof="0"/>
              <a:t>text here.”</a:t>
            </a:r>
          </a:p>
        </p:txBody>
      </p:sp>
      <p:sp>
        <p:nvSpPr>
          <p:cNvPr id="12" name="Tekstin paikkamerkki 13"/>
          <p:cNvSpPr>
            <a:spLocks noGrp="1"/>
          </p:cNvSpPr>
          <p:nvPr>
            <p:ph type="body" sz="quarter" idx="12" hasCustomPrompt="1"/>
          </p:nvPr>
        </p:nvSpPr>
        <p:spPr>
          <a:xfrm>
            <a:off x="802266" y="4606387"/>
            <a:ext cx="10644349" cy="1440000"/>
          </a:xfrm>
        </p:spPr>
        <p:txBody>
          <a:bodyPr>
            <a:noAutofit/>
          </a:bodyPr>
          <a:lstStyle>
            <a:lvl1pPr marL="0" indent="0" algn="r">
              <a:buFontTx/>
              <a:buNone/>
              <a:defRPr sz="3200">
                <a:solidFill>
                  <a:schemeClr val="bg1"/>
                </a:solidFill>
              </a:defRPr>
            </a:lvl1pPr>
            <a:lvl2pPr marL="314325" indent="0">
              <a:buFontTx/>
              <a:buNone/>
              <a:defRPr>
                <a:solidFill>
                  <a:schemeClr val="bg1"/>
                </a:solidFill>
              </a:defRPr>
            </a:lvl2pPr>
            <a:lvl3pPr marL="671513" indent="0">
              <a:buFontTx/>
              <a:buNone/>
              <a:defRPr>
                <a:solidFill>
                  <a:schemeClr val="bg1"/>
                </a:solidFill>
              </a:defRPr>
            </a:lvl3pPr>
            <a:lvl4pPr marL="1027112" indent="0">
              <a:buFontTx/>
              <a:buNone/>
              <a:defRPr>
                <a:solidFill>
                  <a:schemeClr val="bg1"/>
                </a:solidFill>
              </a:defRPr>
            </a:lvl4pPr>
            <a:lvl5pPr marL="1336675" indent="0">
              <a:buFontTx/>
              <a:buNone/>
              <a:defRPr>
                <a:solidFill>
                  <a:schemeClr val="bg1"/>
                </a:solidFill>
              </a:defRPr>
            </a:lvl5pPr>
          </a:lstStyle>
          <a:p>
            <a:pPr algn="r"/>
            <a:r>
              <a:rPr lang="en-GB" noProof="0">
                <a:solidFill>
                  <a:schemeClr val="bg1"/>
                </a:solidFill>
              </a:rPr>
              <a:t>– Firstname Lastname</a:t>
            </a:r>
          </a:p>
        </p:txBody>
      </p:sp>
      <p:sp>
        <p:nvSpPr>
          <p:cNvPr id="13" name="Footer Placeholder 4">
            <a:extLst>
              <a:ext uri="{FF2B5EF4-FFF2-40B4-BE49-F238E27FC236}">
                <a16:creationId xmlns:a16="http://schemas.microsoft.com/office/drawing/2014/main" id="{D4DAC962-BCA0-4E26-A90A-EC7C6038D1A4}"/>
              </a:ext>
            </a:extLst>
          </p:cNvPr>
          <p:cNvSpPr>
            <a:spLocks noGrp="1"/>
          </p:cNvSpPr>
          <p:nvPr>
            <p:ph type="ftr" sz="quarter" idx="11"/>
          </p:nvPr>
        </p:nvSpPr>
        <p:spPr>
          <a:xfrm>
            <a:off x="410400" y="6489700"/>
            <a:ext cx="6779559" cy="251947"/>
          </a:xfrm>
          <a:prstGeom prst="rect">
            <a:avLst/>
          </a:prstGeom>
        </p:spPr>
        <p:txBody>
          <a:bodyPr/>
          <a:lstStyle>
            <a:lvl1pPr>
              <a:defRPr>
                <a:solidFill>
                  <a:schemeClr val="bg1"/>
                </a:solidFill>
              </a:defRPr>
            </a:lvl1pPr>
          </a:lstStyle>
          <a:p>
            <a:endParaRPr lang="en-GB" noProof="0"/>
          </a:p>
        </p:txBody>
      </p:sp>
      <p:sp>
        <p:nvSpPr>
          <p:cNvPr id="14" name="Date Placeholder 3">
            <a:extLst>
              <a:ext uri="{FF2B5EF4-FFF2-40B4-BE49-F238E27FC236}">
                <a16:creationId xmlns:a16="http://schemas.microsoft.com/office/drawing/2014/main" id="{7B84C95F-B250-4250-A075-AEF10367FC22}"/>
              </a:ext>
            </a:extLst>
          </p:cNvPr>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solidFill>
              </a:defRPr>
            </a:lvl1pPr>
          </a:lstStyle>
          <a:p>
            <a:fld id="{A90DC808-9B4F-47F6-816E-B4DD926C39FF}" type="datetime1">
              <a:rPr lang="en-GB" noProof="0" smtClean="0"/>
              <a:pPr/>
              <a:t>28/01/2026</a:t>
            </a:fld>
            <a:endParaRPr lang="en-GB" noProof="0"/>
          </a:p>
        </p:txBody>
      </p:sp>
      <p:sp>
        <p:nvSpPr>
          <p:cNvPr id="15" name="Slide Number Placeholder 5">
            <a:extLst>
              <a:ext uri="{FF2B5EF4-FFF2-40B4-BE49-F238E27FC236}">
                <a16:creationId xmlns:a16="http://schemas.microsoft.com/office/drawing/2014/main" id="{026F114B-97C9-4F70-8E58-1AFA5B8E3A2F}"/>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solidFill>
                  <a:schemeClr val="bg1"/>
                </a:solidFill>
              </a:rPr>
              <a:pPr/>
              <a:t>‹#›</a:t>
            </a:fld>
            <a:endParaRPr lang="en-GB" noProof="0">
              <a:solidFill>
                <a:schemeClr val="bg1"/>
              </a:solidFill>
            </a:endParaRPr>
          </a:p>
        </p:txBody>
      </p:sp>
    </p:spTree>
    <p:extLst>
      <p:ext uri="{BB962C8B-B14F-4D97-AF65-F5344CB8AC3E}">
        <p14:creationId xmlns:p14="http://schemas.microsoft.com/office/powerpoint/2010/main" val="27042312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enter - whit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B2510EA-1654-E84D-A789-CFF2920E002A}"/>
              </a:ext>
              <a:ext uri="{C183D7F6-B498-43B3-948B-1728B52AA6E4}">
                <adec:decorative xmlns:adec="http://schemas.microsoft.com/office/drawing/2017/decorative" val="1"/>
              </a:ext>
            </a:extLst>
          </p:cNvPr>
          <p:cNvSpPr/>
          <p:nvPr userDrawn="1"/>
        </p:nvSpPr>
        <p:spPr>
          <a:xfrm>
            <a:off x="277978" y="636422"/>
            <a:ext cx="11914022" cy="6221578"/>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1">
                  <a:lumMod val="60000"/>
                  <a:lumOff val="40000"/>
                </a:schemeClr>
              </a:solidFill>
            </a:endParaRPr>
          </a:p>
        </p:txBody>
      </p:sp>
      <p:sp>
        <p:nvSpPr>
          <p:cNvPr id="7" name="Rectangle 6">
            <a:extLst>
              <a:ext uri="{FF2B5EF4-FFF2-40B4-BE49-F238E27FC236}">
                <a16:creationId xmlns:a16="http://schemas.microsoft.com/office/drawing/2014/main" id="{53B9B4DE-33B9-0041-8077-678234364330}"/>
              </a:ext>
              <a:ext uri="{C183D7F6-B498-43B3-948B-1728B52AA6E4}">
                <adec:decorative xmlns:adec="http://schemas.microsoft.com/office/drawing/2017/decorative" val="1"/>
              </a:ext>
            </a:extLst>
          </p:cNvPr>
          <p:cNvSpPr/>
          <p:nvPr userDrawn="1"/>
        </p:nvSpPr>
        <p:spPr>
          <a:xfrm>
            <a:off x="1093510" y="1569142"/>
            <a:ext cx="9690754" cy="4060706"/>
          </a:xfrm>
          <a:prstGeom prst="rect">
            <a:avLst/>
          </a:prstGeom>
          <a:solidFill>
            <a:schemeClr val="bg1"/>
          </a:solidFill>
          <a:ln>
            <a:noFill/>
          </a:ln>
          <a:effectLst>
            <a:outerShdw blurRad="190500" dist="38100" dir="2700000" sx="74000" sy="74000" algn="t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noProof="0">
              <a:solidFill>
                <a:schemeClr val="tx1">
                  <a:lumMod val="60000"/>
                  <a:lumOff val="40000"/>
                </a:schemeClr>
              </a:solidFill>
            </a:endParaRPr>
          </a:p>
        </p:txBody>
      </p:sp>
      <p:sp>
        <p:nvSpPr>
          <p:cNvPr id="9" name="Picture Placeholder 8">
            <a:extLst>
              <a:ext uri="{FF2B5EF4-FFF2-40B4-BE49-F238E27FC236}">
                <a16:creationId xmlns:a16="http://schemas.microsoft.com/office/drawing/2014/main" id="{933A1E0F-9E5E-9745-BEF2-2CE041671C63}"/>
              </a:ext>
              <a:ext uri="{C183D7F6-B498-43B3-948B-1728B52AA6E4}">
                <adec:decorative xmlns:adec="http://schemas.microsoft.com/office/drawing/2017/decorative" val="0"/>
              </a:ext>
            </a:extLst>
          </p:cNvPr>
          <p:cNvSpPr>
            <a:spLocks noGrp="1"/>
          </p:cNvSpPr>
          <p:nvPr>
            <p:ph type="pic" sz="quarter" idx="14"/>
          </p:nvPr>
        </p:nvSpPr>
        <p:spPr>
          <a:xfrm>
            <a:off x="8663233" y="1883432"/>
            <a:ext cx="2401642" cy="3424232"/>
          </a:xfrm>
          <a:solidFill>
            <a:srgbClr val="7DCDBE"/>
          </a:solidFill>
        </p:spPr>
        <p:txBody>
          <a:bodyPr/>
          <a:lstStyle>
            <a:lvl1pPr marL="0" indent="0" algn="ctr">
              <a:buNone/>
              <a:defRPr>
                <a:solidFill>
                  <a:schemeClr val="tx1"/>
                </a:solidFill>
              </a:defRPr>
            </a:lvl1pPr>
          </a:lstStyle>
          <a:p>
            <a:r>
              <a:rPr lang="en-US" noProof="0"/>
              <a:t>Click icon to add picture</a:t>
            </a:r>
            <a:endParaRPr lang="en-GB" noProof="0"/>
          </a:p>
        </p:txBody>
      </p:sp>
      <p:sp>
        <p:nvSpPr>
          <p:cNvPr id="10" name="Text Placeholder 2">
            <a:extLst>
              <a:ext uri="{FF2B5EF4-FFF2-40B4-BE49-F238E27FC236}">
                <a16:creationId xmlns:a16="http://schemas.microsoft.com/office/drawing/2014/main" id="{BDD4BC1B-C1D1-4F41-B9B7-335D450148A5}"/>
              </a:ext>
            </a:extLst>
          </p:cNvPr>
          <p:cNvSpPr>
            <a:spLocks noGrp="1"/>
          </p:cNvSpPr>
          <p:nvPr>
            <p:ph type="body" idx="1" hasCustomPrompt="1"/>
          </p:nvPr>
        </p:nvSpPr>
        <p:spPr>
          <a:xfrm>
            <a:off x="1502126" y="1569143"/>
            <a:ext cx="6827907" cy="816758"/>
          </a:xfrm>
        </p:spPr>
        <p:txBody>
          <a:bodyPr anchor="b" anchorCtr="0">
            <a:noAutofit/>
          </a:bodyPr>
          <a:lstStyle>
            <a:lvl1pPr marL="0" indent="0">
              <a:buNone/>
              <a:defRPr sz="3200" b="1">
                <a:solidFill>
                  <a:srgbClr val="4E008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a:t>Firstname Lastname</a:t>
            </a:r>
          </a:p>
        </p:txBody>
      </p:sp>
      <p:sp>
        <p:nvSpPr>
          <p:cNvPr id="11" name="Content Placeholder 3">
            <a:extLst>
              <a:ext uri="{FF2B5EF4-FFF2-40B4-BE49-F238E27FC236}">
                <a16:creationId xmlns:a16="http://schemas.microsoft.com/office/drawing/2014/main" id="{A2938A8D-D773-5142-92B9-89D818060D6F}"/>
              </a:ext>
            </a:extLst>
          </p:cNvPr>
          <p:cNvSpPr>
            <a:spLocks noGrp="1"/>
          </p:cNvSpPr>
          <p:nvPr>
            <p:ph sz="half" idx="2" hasCustomPrompt="1"/>
          </p:nvPr>
        </p:nvSpPr>
        <p:spPr>
          <a:xfrm>
            <a:off x="1502130" y="2385899"/>
            <a:ext cx="6827904" cy="365134"/>
          </a:xfrm>
        </p:spPr>
        <p:txBody>
          <a:bodyPr>
            <a:noAutofit/>
          </a:bodyPr>
          <a:lstStyle>
            <a:lvl1pPr marL="0" indent="0" algn="l">
              <a:buNone/>
              <a:defRPr sz="2400">
                <a:solidFill>
                  <a:srgbClr val="7DCDBE"/>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Title</a:t>
            </a:r>
          </a:p>
        </p:txBody>
      </p:sp>
      <p:cxnSp>
        <p:nvCxnSpPr>
          <p:cNvPr id="17" name="Straight Connector 16">
            <a:extLst>
              <a:ext uri="{FF2B5EF4-FFF2-40B4-BE49-F238E27FC236}">
                <a16:creationId xmlns:a16="http://schemas.microsoft.com/office/drawing/2014/main" id="{CA126850-0A2D-214C-8173-B9D9A2BCD6CD}"/>
              </a:ext>
            </a:extLst>
          </p:cNvPr>
          <p:cNvCxnSpPr/>
          <p:nvPr userDrawn="1"/>
        </p:nvCxnSpPr>
        <p:spPr>
          <a:xfrm>
            <a:off x="4868747" y="2984293"/>
            <a:ext cx="0" cy="2319489"/>
          </a:xfrm>
          <a:prstGeom prst="line">
            <a:avLst/>
          </a:prstGeom>
          <a:ln w="3175">
            <a:solidFill>
              <a:srgbClr val="4E008E"/>
            </a:solidFill>
          </a:ln>
        </p:spPr>
        <p:style>
          <a:lnRef idx="1">
            <a:schemeClr val="accent1"/>
          </a:lnRef>
          <a:fillRef idx="0">
            <a:schemeClr val="accent1"/>
          </a:fillRef>
          <a:effectRef idx="0">
            <a:schemeClr val="accent1"/>
          </a:effectRef>
          <a:fontRef idx="minor">
            <a:schemeClr val="tx1"/>
          </a:fontRef>
        </p:style>
      </p:cxnSp>
      <p:sp>
        <p:nvSpPr>
          <p:cNvPr id="19" name="Text Placeholder 18">
            <a:extLst>
              <a:ext uri="{FF2B5EF4-FFF2-40B4-BE49-F238E27FC236}">
                <a16:creationId xmlns:a16="http://schemas.microsoft.com/office/drawing/2014/main" id="{B09D0D4C-BB57-D348-99EE-61BD94E3A565}"/>
              </a:ext>
            </a:extLst>
          </p:cNvPr>
          <p:cNvSpPr>
            <a:spLocks noGrp="1"/>
          </p:cNvSpPr>
          <p:nvPr>
            <p:ph type="body" sz="quarter" idx="17"/>
          </p:nvPr>
        </p:nvSpPr>
        <p:spPr>
          <a:xfrm>
            <a:off x="1502127" y="2915308"/>
            <a:ext cx="3183740" cy="2392356"/>
          </a:xfrm>
        </p:spPr>
        <p:txBody>
          <a:bodyPr>
            <a:noAutofit/>
          </a:bodyPr>
          <a:lstStyle>
            <a:lvl1pPr marL="0" indent="0">
              <a:lnSpc>
                <a:spcPct val="100000"/>
              </a:lnSpc>
              <a:buNone/>
              <a:defRPr sz="2000"/>
            </a:lvl1pPr>
            <a:lvl2pPr marL="314325" indent="0">
              <a:lnSpc>
                <a:spcPct val="100000"/>
              </a:lnSpc>
              <a:buNone/>
              <a:defRPr sz="2000"/>
            </a:lvl2pPr>
            <a:lvl3pPr marL="671513" indent="0">
              <a:lnSpc>
                <a:spcPct val="100000"/>
              </a:lnSpc>
              <a:buNone/>
              <a:defRPr sz="2000"/>
            </a:lvl3pPr>
            <a:lvl4pPr marL="1027112" indent="0">
              <a:lnSpc>
                <a:spcPct val="100000"/>
              </a:lnSpc>
              <a:buNone/>
              <a:defRPr sz="2000"/>
            </a:lvl4pPr>
            <a:lvl5pPr marL="1336675" indent="0">
              <a:lnSpc>
                <a:spcPct val="100000"/>
              </a:lnSpc>
              <a:buNone/>
              <a:defRPr sz="20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0" name="Text Placeholder 18">
            <a:extLst>
              <a:ext uri="{FF2B5EF4-FFF2-40B4-BE49-F238E27FC236}">
                <a16:creationId xmlns:a16="http://schemas.microsoft.com/office/drawing/2014/main" id="{282D1424-0632-DE42-8831-FEFEDCC90799}"/>
              </a:ext>
            </a:extLst>
          </p:cNvPr>
          <p:cNvSpPr>
            <a:spLocks noGrp="1"/>
          </p:cNvSpPr>
          <p:nvPr>
            <p:ph type="body" sz="quarter" idx="18"/>
          </p:nvPr>
        </p:nvSpPr>
        <p:spPr>
          <a:xfrm>
            <a:off x="5146294" y="2914199"/>
            <a:ext cx="3183740" cy="2393505"/>
          </a:xfrm>
        </p:spPr>
        <p:txBody>
          <a:bodyPr>
            <a:noAutofit/>
          </a:bodyPr>
          <a:lstStyle>
            <a:lvl1pPr marL="0" indent="0">
              <a:lnSpc>
                <a:spcPct val="100000"/>
              </a:lnSpc>
              <a:buNone/>
              <a:defRPr sz="2000"/>
            </a:lvl1pPr>
            <a:lvl2pPr marL="314325" indent="0">
              <a:lnSpc>
                <a:spcPct val="100000"/>
              </a:lnSpc>
              <a:buNone/>
              <a:defRPr sz="2000"/>
            </a:lvl2pPr>
            <a:lvl3pPr marL="671513" indent="0">
              <a:lnSpc>
                <a:spcPct val="100000"/>
              </a:lnSpc>
              <a:buNone/>
              <a:defRPr sz="2000"/>
            </a:lvl3pPr>
            <a:lvl4pPr marL="1027112" indent="0">
              <a:lnSpc>
                <a:spcPct val="100000"/>
              </a:lnSpc>
              <a:buNone/>
              <a:defRPr sz="2000"/>
            </a:lvl4pPr>
            <a:lvl5pPr marL="1336675" indent="0">
              <a:lnSpc>
                <a:spcPct val="100000"/>
              </a:lnSpc>
              <a:buFont typeface="Arial" panose="020B0604020202020204" pitchFamily="34" charset="0"/>
              <a:buNone/>
              <a:defRPr sz="20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5" name="Date Placeholder 3">
            <a:extLst>
              <a:ext uri="{FF2B5EF4-FFF2-40B4-BE49-F238E27FC236}">
                <a16:creationId xmlns:a16="http://schemas.microsoft.com/office/drawing/2014/main" id="{266ED82B-11B6-41FE-87C7-2B5722E38F87}"/>
              </a:ext>
            </a:extLst>
          </p:cNvPr>
          <p:cNvSpPr>
            <a:spLocks noGrp="1"/>
          </p:cNvSpPr>
          <p:nvPr>
            <p:ph type="dt" sz="half" idx="19"/>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18" name="Slide Number Placeholder 5">
            <a:extLst>
              <a:ext uri="{FF2B5EF4-FFF2-40B4-BE49-F238E27FC236}">
                <a16:creationId xmlns:a16="http://schemas.microsoft.com/office/drawing/2014/main" id="{E69F5273-5630-41AF-BBE6-A465425B113E}"/>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13" name="Footer Placeholder 10">
            <a:extLst>
              <a:ext uri="{FF2B5EF4-FFF2-40B4-BE49-F238E27FC236}">
                <a16:creationId xmlns:a16="http://schemas.microsoft.com/office/drawing/2014/main" id="{9A05E985-5042-48F0-9519-B76D1E940482}"/>
              </a:ext>
            </a:extLst>
          </p:cNvPr>
          <p:cNvSpPr>
            <a:spLocks noGrp="1"/>
          </p:cNvSpPr>
          <p:nvPr>
            <p:ph type="ftr" sz="quarter" idx="1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776896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g picture -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A96305A-4729-C241-80A5-A3957FB9DF29}"/>
              </a:ext>
              <a:ext uri="{C183D7F6-B498-43B3-948B-1728B52AA6E4}">
                <adec:decorative xmlns:adec="http://schemas.microsoft.com/office/drawing/2017/decorative" val="1"/>
              </a:ext>
            </a:extLst>
          </p:cNvPr>
          <p:cNvSpPr>
            <a:spLocks noGrp="1"/>
          </p:cNvSpPr>
          <p:nvPr>
            <p:ph type="pic" sz="quarter" idx="13"/>
          </p:nvPr>
        </p:nvSpPr>
        <p:spPr>
          <a:xfrm>
            <a:off x="299923" y="628650"/>
            <a:ext cx="11892077" cy="6229350"/>
          </a:xfrm>
        </p:spPr>
        <p:txBody>
          <a:bodyPr/>
          <a:lstStyle>
            <a:lvl1pPr marL="0" indent="0" algn="ctr">
              <a:buNone/>
              <a:defRPr/>
            </a:lvl1pPr>
          </a:lstStyle>
          <a:p>
            <a:r>
              <a:rPr lang="en-US" noProof="0"/>
              <a:t>Click icon to add picture</a:t>
            </a:r>
            <a:endParaRPr lang="en-GB" noProof="0"/>
          </a:p>
        </p:txBody>
      </p:sp>
      <p:sp>
        <p:nvSpPr>
          <p:cNvPr id="7" name="Date Placeholder 3">
            <a:extLst>
              <a:ext uri="{FF2B5EF4-FFF2-40B4-BE49-F238E27FC236}">
                <a16:creationId xmlns:a16="http://schemas.microsoft.com/office/drawing/2014/main" id="{72AACA4F-50A2-4213-AE5B-26622BDBF93E}"/>
              </a:ext>
            </a:extLst>
          </p:cNvPr>
          <p:cNvSpPr>
            <a:spLocks noGrp="1"/>
          </p:cNvSpPr>
          <p:nvPr>
            <p:ph type="dt" sz="half" idx="19"/>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9" name="Slide Number Placeholder 5">
            <a:extLst>
              <a:ext uri="{FF2B5EF4-FFF2-40B4-BE49-F238E27FC236}">
                <a16:creationId xmlns:a16="http://schemas.microsoft.com/office/drawing/2014/main" id="{79179ABD-0CDD-4487-ADD9-0679BFCE26AE}"/>
              </a:ext>
            </a:extLst>
          </p:cNvPr>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10" name="Footer Placeholder 10">
            <a:extLst>
              <a:ext uri="{FF2B5EF4-FFF2-40B4-BE49-F238E27FC236}">
                <a16:creationId xmlns:a16="http://schemas.microsoft.com/office/drawing/2014/main" id="{0BCA9A8C-35F5-4107-B91B-A52435FB7E95}"/>
              </a:ext>
            </a:extLst>
          </p:cNvPr>
          <p:cNvSpPr>
            <a:spLocks noGrp="1"/>
          </p:cNvSpPr>
          <p:nvPr>
            <p:ph type="ftr" sz="quarter" idx="20"/>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Tree>
    <p:extLst>
      <p:ext uri="{BB962C8B-B14F-4D97-AF65-F5344CB8AC3E}">
        <p14:creationId xmlns:p14="http://schemas.microsoft.com/office/powerpoint/2010/main" val="3733392987"/>
      </p:ext>
    </p:extLst>
  </p:cSld>
  <p:clrMapOvr>
    <a:masterClrMapping/>
  </p:clrMapOvr>
  <p:extLst>
    <p:ext uri="{DCECCB84-F9BA-43D5-87BE-67443E8EF086}">
      <p15:sldGuideLst xmlns:p15="http://schemas.microsoft.com/office/powerpoint/2012/main">
        <p15:guide id="1" orient="horz" pos="73">
          <p15:clr>
            <a:srgbClr val="FBAE40"/>
          </p15:clr>
        </p15:guide>
        <p15:guide id="2" pos="75">
          <p15:clr>
            <a:srgbClr val="FBAE40"/>
          </p15:clr>
        </p15:guide>
        <p15:guide id="3" pos="7605">
          <p15:clr>
            <a:srgbClr val="FBAE40"/>
          </p15:clr>
        </p15:guide>
        <p15:guide id="4" orient="horz" pos="424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nding EN - purple">
    <p:bg>
      <p:bgPr>
        <a:solidFill>
          <a:schemeClr val="bg1"/>
        </a:soli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0D9D56B-380E-41B8-9315-ED5CBC9E42C4}"/>
              </a:ext>
              <a:ext uri="{C183D7F6-B498-43B3-948B-1728B52AA6E4}">
                <adec:decorative xmlns:adec="http://schemas.microsoft.com/office/drawing/2017/decorative" val="1"/>
              </a:ext>
            </a:extLst>
          </p:cNvPr>
          <p:cNvSpPr/>
          <p:nvPr userDrawn="1"/>
        </p:nvSpPr>
        <p:spPr>
          <a:xfrm>
            <a:off x="2" y="0"/>
            <a:ext cx="12191998" cy="6858000"/>
          </a:xfrm>
          <a:prstGeom prst="rect">
            <a:avLst/>
          </a:prstGeom>
          <a:solidFill>
            <a:srgbClr val="4E0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a:solidFill>
                <a:schemeClr val="tx1">
                  <a:lumMod val="60000"/>
                  <a:lumOff val="40000"/>
                </a:schemeClr>
              </a:solidFill>
            </a:endParaRPr>
          </a:p>
        </p:txBody>
      </p:sp>
      <p:pic>
        <p:nvPicPr>
          <p:cNvPr id="7" name="Kuva 6">
            <a:extLst>
              <a:ext uri="{FF2B5EF4-FFF2-40B4-BE49-F238E27FC236}">
                <a16:creationId xmlns:a16="http://schemas.microsoft.com/office/drawing/2014/main" id="{074A7632-0B5B-4DF2-9411-9E0ADFA0617B}"/>
              </a:ext>
            </a:extLst>
          </p:cNvPr>
          <p:cNvPicPr>
            <a:picLocks noChangeAspect="1"/>
          </p:cNvPicPr>
          <p:nvPr userDrawn="1"/>
        </p:nvPicPr>
        <p:blipFill>
          <a:blip r:embed="rId2"/>
          <a:stretch>
            <a:fillRect/>
          </a:stretch>
        </p:blipFill>
        <p:spPr>
          <a:xfrm>
            <a:off x="3016714" y="1879326"/>
            <a:ext cx="2225901" cy="3114035"/>
          </a:xfrm>
          <a:prstGeom prst="rect">
            <a:avLst/>
          </a:prstGeom>
        </p:spPr>
      </p:pic>
      <p:sp>
        <p:nvSpPr>
          <p:cNvPr id="8" name="Tekstiruutu 7">
            <a:extLst>
              <a:ext uri="{FF2B5EF4-FFF2-40B4-BE49-F238E27FC236}">
                <a16:creationId xmlns:a16="http://schemas.microsoft.com/office/drawing/2014/main" id="{A93BB476-CD94-4029-8F95-5AE34712627B}"/>
              </a:ext>
            </a:extLst>
          </p:cNvPr>
          <p:cNvSpPr txBox="1"/>
          <p:nvPr userDrawn="1"/>
        </p:nvSpPr>
        <p:spPr>
          <a:xfrm>
            <a:off x="5794795" y="2509714"/>
            <a:ext cx="3758780" cy="2169825"/>
          </a:xfrm>
          <a:prstGeom prst="rect">
            <a:avLst/>
          </a:prstGeom>
          <a:noFill/>
        </p:spPr>
        <p:txBody>
          <a:bodyPr wrap="square" rtlCol="0" anchor="b" anchorCtr="0">
            <a:spAutoFit/>
          </a:bodyPr>
          <a:lstStyle/>
          <a:p>
            <a:pPr>
              <a:lnSpc>
                <a:spcPts val="5400"/>
              </a:lnSpc>
            </a:pPr>
            <a:r>
              <a:rPr lang="en-GB" sz="5600" b="1" noProof="0">
                <a:solidFill>
                  <a:schemeClr val="bg1"/>
                </a:solidFill>
              </a:rPr>
              <a:t>Human Potential Unlimited.</a:t>
            </a:r>
          </a:p>
        </p:txBody>
      </p:sp>
    </p:spTree>
    <p:extLst>
      <p:ext uri="{BB962C8B-B14F-4D97-AF65-F5344CB8AC3E}">
        <p14:creationId xmlns:p14="http://schemas.microsoft.com/office/powerpoint/2010/main" val="3854914822"/>
      </p:ext>
    </p:extLst>
  </p:cSld>
  <p:clrMapOvr>
    <a:masterClrMapping/>
  </p:clrMapOvr>
  <p:extLst>
    <p:ext uri="{DCECCB84-F9BA-43D5-87BE-67443E8EF086}">
      <p15:sldGuideLst xmlns:p15="http://schemas.microsoft.com/office/powerpoint/2012/main">
        <p15:guide id="1" orient="horz" pos="73">
          <p15:clr>
            <a:srgbClr val="FBAE40"/>
          </p15:clr>
        </p15:guide>
        <p15:guide id="2" pos="75">
          <p15:clr>
            <a:srgbClr val="FBAE40"/>
          </p15:clr>
        </p15:guide>
        <p15:guide id="3" pos="7605">
          <p15:clr>
            <a:srgbClr val="FBAE40"/>
          </p15:clr>
        </p15:guide>
        <p15:guide id="4" orient="horz" pos="424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10400" y="1707297"/>
            <a:ext cx="10515600" cy="4351338"/>
          </a:xfrm>
          <a:prstGeom prst="rect">
            <a:avLst/>
          </a:prstGeom>
        </p:spPr>
        <p:txBody>
          <a:bodyPr vert="horz" lIns="91440" tIns="45720" rIns="91440" bIns="45720" rtlCol="0">
            <a:noAutofit/>
          </a:bodyPr>
          <a:lstStyle/>
          <a:p>
            <a:pPr lvl="0"/>
            <a:r>
              <a:rPr lang="en-GB" noProof="0"/>
              <a:t>Muokkaa tekstin perustyylejä napsauttamalla</a:t>
            </a:r>
          </a:p>
          <a:p>
            <a:pPr lvl="1"/>
            <a:r>
              <a:rPr lang="en-GB" noProof="0"/>
              <a:t>toinen taso</a:t>
            </a:r>
          </a:p>
          <a:p>
            <a:pPr lvl="2"/>
            <a:r>
              <a:rPr lang="en-GB" noProof="0"/>
              <a:t>kolmas taso</a:t>
            </a:r>
          </a:p>
          <a:p>
            <a:pPr lvl="3"/>
            <a:r>
              <a:rPr lang="en-GB" noProof="0"/>
              <a:t>neljäs taso</a:t>
            </a:r>
          </a:p>
          <a:p>
            <a:pPr lvl="4"/>
            <a:r>
              <a:rPr lang="en-GB" noProof="0"/>
              <a:t>viides taso</a:t>
            </a:r>
          </a:p>
        </p:txBody>
      </p:sp>
      <p:sp>
        <p:nvSpPr>
          <p:cNvPr id="4" name="Date Placeholder 3"/>
          <p:cNvSpPr>
            <a:spLocks noGrp="1"/>
          </p:cNvSpPr>
          <p:nvPr>
            <p:ph type="dt" sz="half" idx="2"/>
          </p:nvPr>
        </p:nvSpPr>
        <p:spPr>
          <a:xfrm>
            <a:off x="10855589" y="6489700"/>
            <a:ext cx="766827" cy="254172"/>
          </a:xfrm>
          <a:prstGeom prst="rect">
            <a:avLst/>
          </a:prstGeom>
        </p:spPr>
        <p:txBody>
          <a:bodyPr vert="horz" lIns="0" tIns="45720" rIns="0" bIns="45720" rtlCol="0" anchor="b" anchorCtr="0"/>
          <a:lstStyle>
            <a:lvl1pPr algn="r">
              <a:defRPr sz="1000">
                <a:solidFill>
                  <a:schemeClr val="bg1">
                    <a:lumMod val="65000"/>
                  </a:schemeClr>
                </a:solidFill>
              </a:defRPr>
            </a:lvl1pPr>
          </a:lstStyle>
          <a:p>
            <a:fld id="{A90DC808-9B4F-47F6-816E-B4DD926C39FF}" type="datetime1">
              <a:rPr lang="en-GB" noProof="0" smtClean="0"/>
              <a:pPr/>
              <a:t>28/01/2026</a:t>
            </a:fld>
            <a:endParaRPr lang="en-GB" noProof="0"/>
          </a:p>
        </p:txBody>
      </p:sp>
      <p:sp>
        <p:nvSpPr>
          <p:cNvPr id="6" name="Slide Number Placeholder 5"/>
          <p:cNvSpPr>
            <a:spLocks noGrp="1"/>
          </p:cNvSpPr>
          <p:nvPr>
            <p:ph type="sldNum" sz="quarter" idx="4"/>
          </p:nvPr>
        </p:nvSpPr>
        <p:spPr>
          <a:xfrm>
            <a:off x="11697005" y="6489700"/>
            <a:ext cx="375932" cy="254015"/>
          </a:xfrm>
          <a:prstGeom prst="rect">
            <a:avLst/>
          </a:prstGeom>
        </p:spPr>
        <p:txBody>
          <a:bodyPr vert="horz" lIns="0" tIns="45720" rIns="91440" bIns="45720" rtlCol="0" anchor="b" anchorCtr="0"/>
          <a:lstStyle>
            <a:lvl1pPr algn="l">
              <a:defRPr sz="1000">
                <a:solidFill>
                  <a:schemeClr val="bg1">
                    <a:lumMod val="65000"/>
                  </a:schemeClr>
                </a:solidFill>
              </a:defRPr>
            </a:lvl1pPr>
          </a:lstStyle>
          <a:p>
            <a:r>
              <a:rPr lang="en-GB" noProof="0"/>
              <a:t>|  </a:t>
            </a:r>
            <a:fld id="{CDC8994D-33BE-6F4B-918B-78B2D731EB1C}" type="slidenum">
              <a:rPr lang="en-GB" noProof="0" smtClean="0"/>
              <a:pPr/>
              <a:t>‹#›</a:t>
            </a:fld>
            <a:endParaRPr lang="en-GB" noProof="0"/>
          </a:p>
        </p:txBody>
      </p:sp>
      <p:sp>
        <p:nvSpPr>
          <p:cNvPr id="11" name="Footer Placeholder 10">
            <a:extLst>
              <a:ext uri="{FF2B5EF4-FFF2-40B4-BE49-F238E27FC236}">
                <a16:creationId xmlns:a16="http://schemas.microsoft.com/office/drawing/2014/main" id="{85E40AAE-D302-7647-9D31-6971CE88E753}"/>
              </a:ext>
            </a:extLst>
          </p:cNvPr>
          <p:cNvSpPr>
            <a:spLocks noGrp="1"/>
          </p:cNvSpPr>
          <p:nvPr>
            <p:ph type="ftr" sz="quarter" idx="3"/>
          </p:nvPr>
        </p:nvSpPr>
        <p:spPr>
          <a:xfrm>
            <a:off x="410400" y="6489700"/>
            <a:ext cx="6778800" cy="254015"/>
          </a:xfrm>
          <a:prstGeom prst="rect">
            <a:avLst/>
          </a:prstGeom>
        </p:spPr>
        <p:txBody>
          <a:bodyPr vert="horz" lIns="91440" tIns="45720" rIns="91440" bIns="45720" rtlCol="0" anchor="b" anchorCtr="0"/>
          <a:lstStyle>
            <a:lvl1pPr algn="l">
              <a:defRPr sz="1000">
                <a:solidFill>
                  <a:schemeClr val="bg1">
                    <a:lumMod val="65000"/>
                  </a:schemeClr>
                </a:solidFill>
              </a:defRPr>
            </a:lvl1pPr>
          </a:lstStyle>
          <a:p>
            <a:endParaRPr lang="en-GB" noProof="0"/>
          </a:p>
        </p:txBody>
      </p:sp>
      <p:sp>
        <p:nvSpPr>
          <p:cNvPr id="12" name="Title Placeholder 11">
            <a:extLst>
              <a:ext uri="{FF2B5EF4-FFF2-40B4-BE49-F238E27FC236}">
                <a16:creationId xmlns:a16="http://schemas.microsoft.com/office/drawing/2014/main" id="{03743BE5-29C0-A94B-962C-58F60464054B}"/>
              </a:ext>
            </a:extLst>
          </p:cNvPr>
          <p:cNvSpPr>
            <a:spLocks noGrp="1"/>
          </p:cNvSpPr>
          <p:nvPr>
            <p:ph type="title"/>
          </p:nvPr>
        </p:nvSpPr>
        <p:spPr>
          <a:xfrm>
            <a:off x="410400" y="911553"/>
            <a:ext cx="10521733" cy="645785"/>
          </a:xfrm>
          <a:prstGeom prst="rect">
            <a:avLst/>
          </a:prstGeom>
        </p:spPr>
        <p:txBody>
          <a:bodyPr vert="horz" lIns="91440" tIns="45720" rIns="91440" bIns="45720" rtlCol="0" anchor="t" anchorCtr="0">
            <a:noAutofit/>
          </a:bodyPr>
          <a:lstStyle/>
          <a:p>
            <a:r>
              <a:rPr lang="en-GB" noProof="0"/>
              <a:t>Muokkaa perustyyl. napsautt.</a:t>
            </a:r>
          </a:p>
        </p:txBody>
      </p:sp>
      <p:pic>
        <p:nvPicPr>
          <p:cNvPr id="5" name="Kuva 4" descr="Tampere University, Tampere University of Applied Sciences.">
            <a:extLst>
              <a:ext uri="{FF2B5EF4-FFF2-40B4-BE49-F238E27FC236}">
                <a16:creationId xmlns:a16="http://schemas.microsoft.com/office/drawing/2014/main" id="{FB592E98-D6F0-4599-A0C3-C0D1808860C5}"/>
              </a:ext>
            </a:extLst>
          </p:cNvPr>
          <p:cNvPicPr>
            <a:picLocks noChangeAspect="1"/>
          </p:cNvPicPr>
          <p:nvPr userDrawn="1"/>
        </p:nvPicPr>
        <p:blipFill>
          <a:blip r:embed="rId35"/>
          <a:stretch>
            <a:fillRect/>
          </a:stretch>
        </p:blipFill>
        <p:spPr>
          <a:xfrm>
            <a:off x="126000" y="115200"/>
            <a:ext cx="2368877" cy="421200"/>
          </a:xfrm>
          <a:prstGeom prst="rect">
            <a:avLst/>
          </a:prstGeom>
        </p:spPr>
      </p:pic>
      <p:sp>
        <p:nvSpPr>
          <p:cNvPr id="7" name="TextBox 6">
            <a:extLst>
              <a:ext uri="{FF2B5EF4-FFF2-40B4-BE49-F238E27FC236}">
                <a16:creationId xmlns:a16="http://schemas.microsoft.com/office/drawing/2014/main" id="{F4525A31-FFF5-87AA-CA01-1565BC113637}"/>
              </a:ext>
            </a:extLst>
          </p:cNvPr>
          <p:cNvSpPr txBox="1"/>
          <p:nvPr userDrawn="1">
            <p:extLst>
              <p:ext uri="{1162E1C5-73C7-4A58-AE30-91384D911F3F}">
                <p184:classification xmlns:p184="http://schemas.microsoft.com/office/powerpoint/2018/4/main" val="hdr"/>
              </p:ext>
            </p:extLst>
          </p:nvPr>
        </p:nvSpPr>
        <p:spPr>
          <a:xfrm>
            <a:off x="9717088" y="63500"/>
            <a:ext cx="2443162" cy="167640"/>
          </a:xfrm>
          <a:prstGeom prst="rect">
            <a:avLst/>
          </a:prstGeom>
        </p:spPr>
        <p:txBody>
          <a:bodyPr horzOverflow="overflow" lIns="0" tIns="0" rIns="0" bIns="0">
            <a:spAutoFit/>
          </a:bodyPr>
          <a:lstStyle/>
          <a:p>
            <a:pPr algn="l"/>
            <a:r>
              <a:rPr lang="en-US" sz="11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TUNI Luottamuksellinen - Confidential (3Y)</a:t>
            </a:r>
          </a:p>
        </p:txBody>
      </p:sp>
    </p:spTree>
    <p:extLst>
      <p:ext uri="{BB962C8B-B14F-4D97-AF65-F5344CB8AC3E}">
        <p14:creationId xmlns:p14="http://schemas.microsoft.com/office/powerpoint/2010/main" val="661027825"/>
      </p:ext>
    </p:extLst>
  </p:cSld>
  <p:clrMap bg1="lt1" tx1="dk1" bg2="lt2" tx2="dk2" accent1="accent1" accent2="accent2" accent3="accent3" accent4="accent4" accent5="accent5" accent6="accent6" hlink="hlink" folHlink="folHlink"/>
  <p:sldLayoutIdLst>
    <p:sldLayoutId id="2147483806" r:id="rId1"/>
    <p:sldLayoutId id="2147483769" r:id="rId2"/>
    <p:sldLayoutId id="2147483781" r:id="rId3"/>
    <p:sldLayoutId id="2147483770" r:id="rId4"/>
    <p:sldLayoutId id="2147483803" r:id="rId5"/>
    <p:sldLayoutId id="2147483772" r:id="rId6"/>
    <p:sldLayoutId id="2147483785" r:id="rId7"/>
    <p:sldLayoutId id="2147483773" r:id="rId8"/>
    <p:sldLayoutId id="2147483786" r:id="rId9"/>
    <p:sldLayoutId id="2147483774" r:id="rId10"/>
    <p:sldLayoutId id="2147483787" r:id="rId11"/>
    <p:sldLayoutId id="2147483775" r:id="rId12"/>
    <p:sldLayoutId id="2147483788" r:id="rId13"/>
    <p:sldLayoutId id="2147483798" r:id="rId14"/>
    <p:sldLayoutId id="2147483776" r:id="rId15"/>
    <p:sldLayoutId id="2147483789" r:id="rId16"/>
    <p:sldLayoutId id="2147483778" r:id="rId17"/>
    <p:sldLayoutId id="2147483795" r:id="rId18"/>
    <p:sldLayoutId id="2147483779" r:id="rId19"/>
    <p:sldLayoutId id="2147483796" r:id="rId20"/>
    <p:sldLayoutId id="2147483777" r:id="rId21"/>
    <p:sldLayoutId id="2147483790" r:id="rId22"/>
    <p:sldLayoutId id="2147483791" r:id="rId23"/>
    <p:sldLayoutId id="2147483780" r:id="rId24"/>
    <p:sldLayoutId id="2147483792" r:id="rId25"/>
    <p:sldLayoutId id="2147483782" r:id="rId26"/>
    <p:sldLayoutId id="2147483800" r:id="rId27"/>
    <p:sldLayoutId id="2147483804" r:id="rId28"/>
    <p:sldLayoutId id="2147483802" r:id="rId29"/>
    <p:sldLayoutId id="2147483805" r:id="rId30"/>
    <p:sldLayoutId id="2147483801" r:id="rId31"/>
    <p:sldLayoutId id="2147483783" r:id="rId32"/>
    <p:sldLayoutId id="2147483807" r:id="rId33"/>
  </p:sldLayoutIdLst>
  <p:hf hdr="0"/>
  <p:txStyles>
    <p:titleStyle>
      <a:lvl1pPr algn="l" defTabSz="914400" rtl="0" eaLnBrk="1" latinLnBrk="0" hangingPunct="1">
        <a:lnSpc>
          <a:spcPct val="90000"/>
        </a:lnSpc>
        <a:spcBef>
          <a:spcPct val="0"/>
        </a:spcBef>
        <a:buNone/>
        <a:defRPr sz="4000" b="1" i="0" kern="1200">
          <a:solidFill>
            <a:srgbClr val="4E008E"/>
          </a:solidFill>
          <a:latin typeface="Arial" panose="020B0604020202020204" pitchFamily="34" charset="0"/>
          <a:ea typeface="+mj-ea"/>
          <a:cs typeface="Arial" panose="020B0604020202020204" pitchFamily="34" charset="0"/>
        </a:defRPr>
      </a:lvl1pPr>
    </p:titleStyle>
    <p:bodyStyle>
      <a:lvl1pPr marL="180975" indent="-180975" algn="l" defTabSz="914400" rtl="0" eaLnBrk="1" latinLnBrk="0" hangingPunct="1">
        <a:lnSpc>
          <a:spcPct val="90000"/>
        </a:lnSpc>
        <a:spcBef>
          <a:spcPts val="1000"/>
        </a:spcBef>
        <a:buFont typeface="Arial" panose="020B0604020202020204" pitchFamily="34" charset="0"/>
        <a:buChar char="•"/>
        <a:tabLst/>
        <a:defRPr sz="3200" kern="1200">
          <a:solidFill>
            <a:schemeClr val="tx1"/>
          </a:solidFill>
          <a:latin typeface="+mn-lt"/>
          <a:ea typeface="+mn-ea"/>
          <a:cs typeface="+mn-cs"/>
        </a:defRPr>
      </a:lvl1pPr>
      <a:lvl2pPr marL="488950" indent="-174625" algn="l" defTabSz="914400" rtl="0" eaLnBrk="1" latinLnBrk="0" hangingPunct="1">
        <a:lnSpc>
          <a:spcPct val="90000"/>
        </a:lnSpc>
        <a:spcBef>
          <a:spcPts val="500"/>
        </a:spcBef>
        <a:buFont typeface="Arial" panose="020B0604020202020204" pitchFamily="34" charset="0"/>
        <a:buChar char="•"/>
        <a:tabLst/>
        <a:defRPr sz="2800" kern="1200">
          <a:solidFill>
            <a:schemeClr val="tx1"/>
          </a:solidFill>
          <a:latin typeface="+mn-lt"/>
          <a:ea typeface="+mn-ea"/>
          <a:cs typeface="+mn-cs"/>
        </a:defRPr>
      </a:lvl2pPr>
      <a:lvl3pPr marL="804863" indent="-133350" algn="l" defTabSz="914400"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3pPr>
      <a:lvl4pPr marL="1155700" indent="-128588"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4pPr>
      <a:lvl5pPr marL="1470025" indent="-133350"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3">
          <p15:clr>
            <a:srgbClr val="F26B43"/>
          </p15:clr>
        </p15:guide>
        <p15:guide id="2" pos="7605">
          <p15:clr>
            <a:srgbClr val="F26B43"/>
          </p15:clr>
        </p15:guide>
        <p15:guide id="3" pos="75">
          <p15:clr>
            <a:srgbClr val="F26B43"/>
          </p15:clr>
        </p15:guide>
        <p15:guide id="4" orient="horz" pos="4247">
          <p15:clr>
            <a:srgbClr val="F26B43"/>
          </p15:clr>
        </p15:guide>
        <p15:guide id="5" pos="325">
          <p15:clr>
            <a:srgbClr val="F26B43"/>
          </p15:clr>
        </p15:guide>
        <p15:guide id="6" orient="horz" pos="4088">
          <p15:clr>
            <a:srgbClr val="F26B43"/>
          </p15:clr>
        </p15:guide>
        <p15:guide id="7" pos="6970">
          <p15:clr>
            <a:srgbClr val="F26B43"/>
          </p15:clr>
        </p15:guide>
        <p15:guide id="8" orient="horz" pos="346">
          <p15:clr>
            <a:srgbClr val="F26B43"/>
          </p15:clr>
        </p15:guide>
        <p15:guide id="9" orient="horz" pos="981">
          <p15:clr>
            <a:srgbClr val="F26B43"/>
          </p15:clr>
        </p15:guide>
        <p15:guide id="10" orient="horz" pos="572">
          <p15:clr>
            <a:srgbClr val="F26B43"/>
          </p15:clr>
        </p15:guide>
        <p15:guide id="11" orient="horz" pos="1071">
          <p15:clr>
            <a:srgbClr val="F26B43"/>
          </p15:clr>
        </p15:guide>
        <p15:guide id="12" pos="73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slide" Target="slide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trepo.tuni.fi/handle/10024/231681"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9.xml"/><Relationship Id="rId2" Type="http://schemas.openxmlformats.org/officeDocument/2006/relationships/slide" Target="slide3.xml"/><Relationship Id="rId1" Type="http://schemas.openxmlformats.org/officeDocument/2006/relationships/slideLayout" Target="../slideLayouts/slideLayout4.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www.gutenberg.or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645A31E-590D-4271-A69F-8B9E723A46B2}"/>
              </a:ext>
            </a:extLst>
          </p:cNvPr>
          <p:cNvSpPr>
            <a:spLocks noGrp="1"/>
          </p:cNvSpPr>
          <p:nvPr>
            <p:ph type="ctrTitle"/>
          </p:nvPr>
        </p:nvSpPr>
        <p:spPr>
          <a:xfrm>
            <a:off x="1107638" y="2553066"/>
            <a:ext cx="10177252" cy="1384153"/>
          </a:xfrm>
        </p:spPr>
        <p:txBody>
          <a:bodyPr/>
          <a:lstStyle/>
          <a:p>
            <a:r>
              <a:rPr lang="en-US" sz="3200" dirty="0">
                <a:latin typeface="Arial"/>
                <a:cs typeface="Arial"/>
              </a:rPr>
              <a:t>Improving lexical diversity of domain-specific automatic text generation with out-of-domain training data and style conditioning</a:t>
            </a:r>
            <a:endParaRPr lang="en-GB" sz="3200" dirty="0"/>
          </a:p>
        </p:txBody>
      </p:sp>
      <p:sp>
        <p:nvSpPr>
          <p:cNvPr id="4" name="Otsikko 1">
            <a:extLst>
              <a:ext uri="{FF2B5EF4-FFF2-40B4-BE49-F238E27FC236}">
                <a16:creationId xmlns:a16="http://schemas.microsoft.com/office/drawing/2014/main" id="{080E792F-FFE2-1D9A-EFD5-ADFBB61F58C2}"/>
              </a:ext>
            </a:extLst>
          </p:cNvPr>
          <p:cNvSpPr txBox="1">
            <a:spLocks/>
          </p:cNvSpPr>
          <p:nvPr/>
        </p:nvSpPr>
        <p:spPr>
          <a:xfrm>
            <a:off x="7366335" y="1603655"/>
            <a:ext cx="4863848" cy="132236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5400" b="1" i="0" kern="1200">
                <a:solidFill>
                  <a:schemeClr val="bg1"/>
                </a:solidFill>
                <a:latin typeface="Arial" panose="020B0604020202020204" pitchFamily="34" charset="0"/>
                <a:ea typeface="+mj-ea"/>
                <a:cs typeface="Arial" panose="020B0604020202020204" pitchFamily="34" charset="0"/>
              </a:defRPr>
            </a:lvl1pPr>
          </a:lstStyle>
          <a:p>
            <a:endParaRPr lang="en-GB" sz="3200" dirty="0"/>
          </a:p>
        </p:txBody>
      </p:sp>
      <p:sp>
        <p:nvSpPr>
          <p:cNvPr id="6" name="Otsikko 1">
            <a:extLst>
              <a:ext uri="{FF2B5EF4-FFF2-40B4-BE49-F238E27FC236}">
                <a16:creationId xmlns:a16="http://schemas.microsoft.com/office/drawing/2014/main" id="{2D0A1E0F-76DC-6201-7F6E-FED76EFCD3D3}"/>
              </a:ext>
            </a:extLst>
          </p:cNvPr>
          <p:cNvSpPr txBox="1">
            <a:spLocks/>
          </p:cNvSpPr>
          <p:nvPr/>
        </p:nvSpPr>
        <p:spPr>
          <a:xfrm>
            <a:off x="1043795" y="4170947"/>
            <a:ext cx="10177252" cy="208110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5400" b="1" i="0" kern="1200">
                <a:solidFill>
                  <a:schemeClr val="bg1"/>
                </a:solidFill>
                <a:latin typeface="Arial" panose="020B0604020202020204" pitchFamily="34" charset="0"/>
                <a:ea typeface="+mj-ea"/>
                <a:cs typeface="Arial" panose="020B0604020202020204" pitchFamily="34" charset="0"/>
              </a:defRPr>
            </a:lvl1pPr>
          </a:lstStyle>
          <a:p>
            <a:pPr algn="ctr"/>
            <a:r>
              <a:rPr lang="en-GB" sz="2800" b="0" dirty="0">
                <a:latin typeface="Arial"/>
                <a:cs typeface="Arial"/>
              </a:rPr>
              <a:t>Mina Shahmoradi                  </a:t>
            </a:r>
            <a:endParaRPr lang="en-GB" sz="2800" b="0" dirty="0"/>
          </a:p>
          <a:p>
            <a:endParaRPr lang="en-US" sz="2800" b="0" dirty="0">
              <a:latin typeface="Arial"/>
              <a:cs typeface="Arial"/>
            </a:endParaRPr>
          </a:p>
          <a:p>
            <a:endParaRPr lang="en-US" sz="2800" b="0" dirty="0">
              <a:latin typeface="Arial"/>
              <a:cs typeface="Arial"/>
            </a:endParaRPr>
          </a:p>
          <a:p>
            <a:r>
              <a:rPr lang="en-US" sz="2200" b="0" dirty="0">
                <a:latin typeface="Arial"/>
                <a:cs typeface="Arial"/>
              </a:rPr>
              <a:t>Supervisor: Okko R</a:t>
            </a:r>
            <a:r>
              <a:rPr lang="fi-FI" sz="2200" b="0" dirty="0" err="1">
                <a:latin typeface="Arial"/>
                <a:cs typeface="Arial"/>
              </a:rPr>
              <a:t>äsänen</a:t>
            </a:r>
            <a:endParaRPr lang="en-US" sz="2200" b="0" dirty="0"/>
          </a:p>
          <a:p>
            <a:r>
              <a:rPr lang="en-GB" sz="2800" b="0" dirty="0">
                <a:latin typeface="Arial"/>
                <a:cs typeface="Arial"/>
              </a:rPr>
              <a:t>         </a:t>
            </a:r>
            <a:endParaRPr lang="en-GB" sz="2800" b="0" dirty="0"/>
          </a:p>
        </p:txBody>
      </p:sp>
    </p:spTree>
    <p:extLst>
      <p:ext uri="{BB962C8B-B14F-4D97-AF65-F5344CB8AC3E}">
        <p14:creationId xmlns:p14="http://schemas.microsoft.com/office/powerpoint/2010/main" val="4272559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7707-0527-8015-DEB3-465F1344BB70}"/>
              </a:ext>
            </a:extLst>
          </p:cNvPr>
          <p:cNvSpPr>
            <a:spLocks noGrp="1"/>
          </p:cNvSpPr>
          <p:nvPr>
            <p:ph type="title"/>
          </p:nvPr>
        </p:nvSpPr>
        <p:spPr/>
        <p:txBody>
          <a:bodyPr/>
          <a:lstStyle/>
          <a:p>
            <a:pPr marL="0" marR="0">
              <a:buNone/>
            </a:pPr>
            <a:r>
              <a:rPr lang="en-US" sz="4000" b="1" dirty="0">
                <a:effectLst/>
                <a:latin typeface="Aptos" panose="020B0004020202020204" pitchFamily="34" charset="0"/>
                <a:ea typeface="Aptos" panose="020B0004020202020204" pitchFamily="34" charset="0"/>
                <a:cs typeface="Arial" panose="020B0604020202020204" pitchFamily="34" charset="0"/>
              </a:rPr>
              <a:t>Table of content</a:t>
            </a:r>
          </a:p>
        </p:txBody>
      </p:sp>
      <p:sp>
        <p:nvSpPr>
          <p:cNvPr id="3" name="Content Placeholder 2">
            <a:extLst>
              <a:ext uri="{FF2B5EF4-FFF2-40B4-BE49-F238E27FC236}">
                <a16:creationId xmlns:a16="http://schemas.microsoft.com/office/drawing/2014/main" id="{EAD8BEAB-8B5B-FA10-AA0F-D1A77D06D7EE}"/>
              </a:ext>
            </a:extLst>
          </p:cNvPr>
          <p:cNvSpPr>
            <a:spLocks noGrp="1"/>
          </p:cNvSpPr>
          <p:nvPr>
            <p:ph idx="1"/>
          </p:nvPr>
        </p:nvSpPr>
        <p:spPr>
          <a:xfrm>
            <a:off x="821802" y="1707297"/>
            <a:ext cx="10104197" cy="4351338"/>
          </a:xfrm>
        </p:spPr>
        <p:txBody>
          <a:bodyPr/>
          <a:lstStyle/>
          <a:p>
            <a:pPr marL="161925" marR="0" indent="-342900">
              <a:lnSpc>
                <a:spcPct val="100000"/>
              </a:lnSpc>
            </a:pPr>
            <a:r>
              <a:rPr lang="en-US" sz="2400" b="1" dirty="0">
                <a:effectLst/>
                <a:latin typeface="Aptos" panose="020B0004020202020204" pitchFamily="34" charset="0"/>
                <a:ea typeface="Aptos" panose="020B0004020202020204" pitchFamily="34" charset="0"/>
                <a:cs typeface="Arial" panose="020B0604020202020204" pitchFamily="34" charset="0"/>
              </a:rPr>
              <a:t>Basis of the thesis</a:t>
            </a:r>
          </a:p>
          <a:p>
            <a:pPr marL="161925" indent="-342900">
              <a:lnSpc>
                <a:spcPct val="100000"/>
              </a:lnSpc>
            </a:pPr>
            <a:r>
              <a:rPr lang="en-US" sz="2400" b="1" dirty="0">
                <a:latin typeface="Aptos" panose="020B0004020202020204" pitchFamily="34" charset="0"/>
                <a:ea typeface="Aptos" panose="020B0004020202020204" pitchFamily="34" charset="0"/>
                <a:cs typeface="Arial" panose="020B0604020202020204" pitchFamily="34" charset="0"/>
              </a:rPr>
              <a:t>Research questions</a:t>
            </a:r>
          </a:p>
          <a:p>
            <a:pPr marL="161925" marR="0" indent="-342900">
              <a:lnSpc>
                <a:spcPct val="100000"/>
              </a:lnSpc>
            </a:pPr>
            <a:r>
              <a:rPr lang="en-US" sz="2400" b="1" dirty="0">
                <a:effectLst/>
                <a:latin typeface="Aptos" panose="020B0004020202020204" pitchFamily="34" charset="0"/>
                <a:ea typeface="Aptos" panose="020B0004020202020204" pitchFamily="34" charset="0"/>
                <a:cs typeface="Arial" panose="020B0604020202020204" pitchFamily="34" charset="0"/>
              </a:rPr>
              <a:t>Pipeline</a:t>
            </a:r>
          </a:p>
          <a:p>
            <a:pPr marL="785813" lvl="2" indent="-342900">
              <a:lnSpc>
                <a:spcPct val="100000"/>
              </a:lnSpc>
            </a:pPr>
            <a:r>
              <a:rPr lang="en-US" sz="1600" b="1" dirty="0">
                <a:latin typeface="Aptos" panose="020B0004020202020204" pitchFamily="34" charset="0"/>
                <a:ea typeface="Aptos" panose="020B0004020202020204" pitchFamily="34" charset="0"/>
                <a:cs typeface="Arial" panose="020B0604020202020204" pitchFamily="34" charset="0"/>
              </a:rPr>
              <a:t>Datasets</a:t>
            </a:r>
          </a:p>
          <a:p>
            <a:pPr marL="785813" lvl="2" indent="-342900">
              <a:lnSpc>
                <a:spcPct val="100000"/>
              </a:lnSpc>
            </a:pPr>
            <a:r>
              <a:rPr lang="en-US" sz="1600" b="1" dirty="0">
                <a:effectLst/>
                <a:latin typeface="Aptos" panose="020B0004020202020204" pitchFamily="34" charset="0"/>
                <a:ea typeface="Aptos" panose="020B0004020202020204" pitchFamily="34" charset="0"/>
                <a:cs typeface="Arial" panose="020B0604020202020204" pitchFamily="34" charset="0"/>
              </a:rPr>
              <a:t>Tokenizer</a:t>
            </a:r>
          </a:p>
          <a:p>
            <a:pPr marL="785813" lvl="2" indent="-342900">
              <a:lnSpc>
                <a:spcPct val="100000"/>
              </a:lnSpc>
            </a:pPr>
            <a:r>
              <a:rPr lang="en-US" sz="1600" b="1" dirty="0">
                <a:latin typeface="Aptos" panose="020B0004020202020204" pitchFamily="34" charset="0"/>
                <a:ea typeface="Aptos" panose="020B0004020202020204" pitchFamily="34" charset="0"/>
                <a:cs typeface="Arial" panose="020B0604020202020204" pitchFamily="34" charset="0"/>
              </a:rPr>
              <a:t>Language model</a:t>
            </a:r>
          </a:p>
          <a:p>
            <a:pPr marL="785813" lvl="2" indent="-342900">
              <a:lnSpc>
                <a:spcPct val="100000"/>
              </a:lnSpc>
            </a:pPr>
            <a:r>
              <a:rPr lang="en-US" sz="1600" b="1" dirty="0">
                <a:effectLst/>
                <a:latin typeface="Aptos" panose="020B0004020202020204" pitchFamily="34" charset="0"/>
                <a:ea typeface="Aptos" panose="020B0004020202020204" pitchFamily="34" charset="0"/>
                <a:cs typeface="Arial" panose="020B0604020202020204" pitchFamily="34" charset="0"/>
              </a:rPr>
              <a:t>Text generation</a:t>
            </a:r>
          </a:p>
          <a:p>
            <a:pPr marL="785813" lvl="2" indent="-342900">
              <a:lnSpc>
                <a:spcPct val="100000"/>
              </a:lnSpc>
            </a:pPr>
            <a:r>
              <a:rPr lang="en-US" sz="1600" b="1" dirty="0">
                <a:latin typeface="Aptos" panose="020B0004020202020204" pitchFamily="34" charset="0"/>
                <a:ea typeface="Aptos" panose="020B0004020202020204" pitchFamily="34" charset="0"/>
                <a:cs typeface="Arial" panose="020B0604020202020204" pitchFamily="34" charset="0"/>
              </a:rPr>
              <a:t>Analysis of Data</a:t>
            </a:r>
          </a:p>
          <a:p>
            <a:pPr marL="785813" lvl="2" indent="-342900">
              <a:lnSpc>
                <a:spcPct val="100000"/>
              </a:lnSpc>
            </a:pPr>
            <a:r>
              <a:rPr lang="en-US" sz="1600" b="1" dirty="0">
                <a:latin typeface="Aptos" panose="020B0004020202020204" pitchFamily="34" charset="0"/>
                <a:ea typeface="Aptos" panose="020B0004020202020204" pitchFamily="34" charset="0"/>
                <a:cs typeface="Arial" panose="020B0604020202020204" pitchFamily="34" charset="0"/>
              </a:rPr>
              <a:t>Pipeline overview</a:t>
            </a:r>
          </a:p>
          <a:p>
            <a:pPr marL="785813" lvl="2" indent="-342900">
              <a:lnSpc>
                <a:spcPct val="100000"/>
              </a:lnSpc>
            </a:pPr>
            <a:r>
              <a:rPr lang="en-US" sz="1600" b="1" dirty="0">
                <a:effectLst/>
                <a:latin typeface="Aptos" panose="020B0004020202020204" pitchFamily="34" charset="0"/>
                <a:ea typeface="Aptos" panose="020B0004020202020204" pitchFamily="34" charset="0"/>
                <a:cs typeface="Arial" panose="020B0604020202020204" pitchFamily="34" charset="0"/>
              </a:rPr>
              <a:t>Incorporating style conditioning</a:t>
            </a:r>
          </a:p>
          <a:p>
            <a:pPr marL="161925" marR="0" indent="-342900">
              <a:lnSpc>
                <a:spcPct val="100000"/>
              </a:lnSpc>
            </a:pPr>
            <a:r>
              <a:rPr lang="en-US" sz="2400" b="1" dirty="0">
                <a:effectLst/>
                <a:latin typeface="Aptos" panose="020B0004020202020204" pitchFamily="34" charset="0"/>
                <a:ea typeface="Aptos" panose="020B0004020202020204" pitchFamily="34" charset="0"/>
                <a:cs typeface="Arial" panose="020B0604020202020204" pitchFamily="34" charset="0"/>
              </a:rPr>
              <a:t>Results</a:t>
            </a:r>
          </a:p>
        </p:txBody>
      </p:sp>
      <p:sp>
        <p:nvSpPr>
          <p:cNvPr id="4" name="Footer Placeholder 3">
            <a:extLst>
              <a:ext uri="{FF2B5EF4-FFF2-40B4-BE49-F238E27FC236}">
                <a16:creationId xmlns:a16="http://schemas.microsoft.com/office/drawing/2014/main" id="{F3188B7B-03A5-4452-F9F2-6A0C515119C7}"/>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73E88B54-49DC-E8D6-B959-771151C4C635}"/>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02184EBD-0D11-532D-4073-9C94C498F7F6}"/>
              </a:ext>
            </a:extLst>
          </p:cNvPr>
          <p:cNvSpPr>
            <a:spLocks noGrp="1"/>
          </p:cNvSpPr>
          <p:nvPr>
            <p:ph type="sldNum" sz="quarter" idx="4"/>
          </p:nvPr>
        </p:nvSpPr>
        <p:spPr/>
        <p:txBody>
          <a:bodyPr/>
          <a:lstStyle/>
          <a:p>
            <a:r>
              <a:rPr lang="en-GB" noProof="0"/>
              <a:t>|  </a:t>
            </a:r>
            <a:fld id="{CDC8994D-33BE-6F4B-918B-78B2D731EB1C}" type="slidenum">
              <a:rPr lang="en-GB" noProof="0" smtClean="0"/>
              <a:pPr/>
              <a:t>2</a:t>
            </a:fld>
            <a:endParaRPr lang="en-GB" noProof="0"/>
          </a:p>
        </p:txBody>
      </p:sp>
    </p:spTree>
    <p:extLst>
      <p:ext uri="{BB962C8B-B14F-4D97-AF65-F5344CB8AC3E}">
        <p14:creationId xmlns:p14="http://schemas.microsoft.com/office/powerpoint/2010/main" val="838325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95550-3995-50B3-7F24-6275052ED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3D32F-7ADC-9683-D625-CD8F7799116A}"/>
              </a:ext>
            </a:extLst>
          </p:cNvPr>
          <p:cNvSpPr>
            <a:spLocks noGrp="1"/>
          </p:cNvSpPr>
          <p:nvPr>
            <p:ph type="title"/>
          </p:nvPr>
        </p:nvSpPr>
        <p:spPr/>
        <p:txBody>
          <a:bodyPr/>
          <a:lstStyle/>
          <a:p>
            <a:r>
              <a:rPr lang="en-US" dirty="0">
                <a:latin typeface="Aptos" panose="020B0004020202020204" pitchFamily="34" charset="0"/>
              </a:rPr>
              <a:t>Basis of the thesis</a:t>
            </a:r>
          </a:p>
        </p:txBody>
      </p:sp>
      <p:sp>
        <p:nvSpPr>
          <p:cNvPr id="3" name="Content Placeholder 2">
            <a:extLst>
              <a:ext uri="{FF2B5EF4-FFF2-40B4-BE49-F238E27FC236}">
                <a16:creationId xmlns:a16="http://schemas.microsoft.com/office/drawing/2014/main" id="{67855047-4FD2-3884-283A-8C7B373D4E6D}"/>
              </a:ext>
            </a:extLst>
          </p:cNvPr>
          <p:cNvSpPr>
            <a:spLocks noGrp="1"/>
          </p:cNvSpPr>
          <p:nvPr>
            <p:ph idx="1"/>
          </p:nvPr>
        </p:nvSpPr>
        <p:spPr>
          <a:xfrm>
            <a:off x="649246" y="2025570"/>
            <a:ext cx="10873875" cy="4312167"/>
          </a:xfrm>
        </p:spPr>
        <p:txBody>
          <a:bodyPr/>
          <a:lstStyle/>
          <a:p>
            <a:pPr marL="6350" indent="0">
              <a:lnSpc>
                <a:spcPct val="100000"/>
              </a:lnSpc>
              <a:buNone/>
            </a:pPr>
            <a:r>
              <a:rPr lang="en-US" sz="2400" dirty="0">
                <a:latin typeface="Aptos" panose="020B0004020202020204" pitchFamily="34" charset="0"/>
                <a:cs typeface="Arial" panose="020B0604020202020204" pitchFamily="34" charset="0"/>
              </a:rPr>
              <a:t>Child-directed speech (CDS) is a special speaking style that supports infants’ language acquisition.</a:t>
            </a:r>
          </a:p>
          <a:p>
            <a:pPr marL="6350" indent="0">
              <a:lnSpc>
                <a:spcPct val="100000"/>
              </a:lnSpc>
              <a:buNone/>
            </a:pPr>
            <a:endParaRPr lang="en-US" sz="1400" dirty="0">
              <a:latin typeface="Aptos" panose="020B0004020202020204" pitchFamily="34" charset="0"/>
              <a:cs typeface="Arial" panose="020B0604020202020204" pitchFamily="34" charset="0"/>
            </a:endParaRPr>
          </a:p>
          <a:p>
            <a:pPr marL="6350" indent="0">
              <a:lnSpc>
                <a:spcPct val="100000"/>
              </a:lnSpc>
              <a:buNone/>
            </a:pPr>
            <a:r>
              <a:rPr lang="en-US" sz="2400" dirty="0">
                <a:latin typeface="Aptos" panose="020B0004020202020204" pitchFamily="34" charset="0"/>
                <a:cs typeface="Arial" panose="020B0604020202020204" pitchFamily="34" charset="0"/>
              </a:rPr>
              <a:t>There are no comprehensive datasets to simulate realistic, age-appropriate CDS to run computer simulations of infant language acquisition.</a:t>
            </a:r>
          </a:p>
          <a:p>
            <a:pPr marL="6350" indent="0">
              <a:lnSpc>
                <a:spcPct val="100000"/>
              </a:lnSpc>
              <a:buNone/>
            </a:pPr>
            <a:endParaRPr lang="en-US" sz="1400" dirty="0">
              <a:latin typeface="Aptos" panose="020B0004020202020204" pitchFamily="34" charset="0"/>
              <a:cs typeface="Arial" panose="020B0604020202020204" pitchFamily="34" charset="0"/>
            </a:endParaRPr>
          </a:p>
          <a:p>
            <a:pPr marL="6350" indent="0">
              <a:lnSpc>
                <a:spcPct val="100000"/>
              </a:lnSpc>
              <a:buNone/>
            </a:pPr>
            <a:r>
              <a:rPr lang="en-US" sz="2400" dirty="0">
                <a:latin typeface="Aptos" panose="020B0004020202020204" pitchFamily="34" charset="0"/>
                <a:cs typeface="Arial" panose="020B0604020202020204" pitchFamily="34" charset="0"/>
              </a:rPr>
              <a:t>Räsänen &amp; </a:t>
            </a:r>
            <a:r>
              <a:rPr lang="en-US" sz="2400" dirty="0" err="1">
                <a:latin typeface="Aptos" panose="020B0004020202020204" pitchFamily="34" charset="0"/>
                <a:cs typeface="Arial" panose="020B0604020202020204" pitchFamily="34" charset="0"/>
              </a:rPr>
              <a:t>Kocharov</a:t>
            </a:r>
            <a:r>
              <a:rPr lang="en-US" sz="2400" dirty="0">
                <a:latin typeface="Aptos" panose="020B0004020202020204" pitchFamily="34" charset="0"/>
                <a:cs typeface="Arial" panose="020B0604020202020204" pitchFamily="34" charset="0"/>
              </a:rPr>
              <a:t> (2024)</a:t>
            </a:r>
            <a:r>
              <a:rPr lang="en-US" sz="2400" dirty="0">
                <a:latin typeface="Aptos" panose="020B0004020202020204" pitchFamily="34" charset="0"/>
                <a:cs typeface="Arial" panose="020B0604020202020204" pitchFamily="34" charset="0"/>
                <a:hlinkClick r:id="rId3" action="ppaction://hlinksldjump"/>
              </a:rPr>
              <a:t>[1]</a:t>
            </a:r>
            <a:r>
              <a:rPr lang="en-US" sz="2400" dirty="0">
                <a:latin typeface="Aptos" panose="020B0004020202020204" pitchFamily="34" charset="0"/>
                <a:cs typeface="Arial" panose="020B0604020202020204" pitchFamily="34" charset="0"/>
              </a:rPr>
              <a:t>: A transformer-based language model (LM) for stochastic generation of age-appropriate CDS.</a:t>
            </a:r>
          </a:p>
          <a:p>
            <a:pPr marL="657225" lvl="1" indent="-342900">
              <a:lnSpc>
                <a:spcPct val="100000"/>
              </a:lnSpc>
            </a:pPr>
            <a:r>
              <a:rPr lang="en-US" sz="2000" dirty="0">
                <a:latin typeface="Aptos" panose="020B0004020202020204" pitchFamily="34" charset="0"/>
                <a:cs typeface="Arial" panose="020B0604020202020204" pitchFamily="34" charset="0"/>
              </a:rPr>
              <a:t>Trained on real CDS transcripts from infant-caregiver interactions.</a:t>
            </a:r>
          </a:p>
          <a:p>
            <a:pPr marL="657225" lvl="1" indent="-342900">
              <a:lnSpc>
                <a:spcPct val="100000"/>
              </a:lnSpc>
            </a:pPr>
            <a:r>
              <a:rPr lang="en-US" sz="2000" dirty="0">
                <a:latin typeface="Aptos" panose="020B0004020202020204" pitchFamily="34" charset="0"/>
                <a:cs typeface="Arial" panose="020B0604020202020204" pitchFamily="34" charset="0"/>
              </a:rPr>
              <a:t>Produces realistic CDS, except </a:t>
            </a:r>
            <a:r>
              <a:rPr lang="en-US" sz="2000" b="1" i="1" dirty="0">
                <a:latin typeface="Aptos" panose="020B0004020202020204" pitchFamily="34" charset="0"/>
                <a:cs typeface="Arial" panose="020B0604020202020204" pitchFamily="34" charset="0"/>
              </a:rPr>
              <a:t>vocabulary is smaller compared to real CDS data.</a:t>
            </a:r>
            <a:endParaRPr lang="en-US" sz="2000" b="1" dirty="0">
              <a:latin typeface="Aptos" panose="020B0004020202020204" pitchFamily="34" charset="0"/>
              <a:cs typeface="Arial" panose="020B0604020202020204" pitchFamily="34" charset="0"/>
            </a:endParaRPr>
          </a:p>
          <a:p>
            <a:pPr>
              <a:lnSpc>
                <a:spcPct val="100000"/>
              </a:lnSpc>
            </a:pPr>
            <a:endParaRPr lang="en-US" sz="2000" dirty="0"/>
          </a:p>
        </p:txBody>
      </p:sp>
      <p:sp>
        <p:nvSpPr>
          <p:cNvPr id="4" name="Footer Placeholder 3">
            <a:extLst>
              <a:ext uri="{FF2B5EF4-FFF2-40B4-BE49-F238E27FC236}">
                <a16:creationId xmlns:a16="http://schemas.microsoft.com/office/drawing/2014/main" id="{80813564-9254-C186-0FAD-0DE5D632905A}"/>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6D782473-A37F-7FC2-919A-693BB77C84A7}"/>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B1F2F92D-736F-A198-ED97-DBA533905EA5}"/>
              </a:ext>
            </a:extLst>
          </p:cNvPr>
          <p:cNvSpPr>
            <a:spLocks noGrp="1"/>
          </p:cNvSpPr>
          <p:nvPr>
            <p:ph type="sldNum" sz="quarter" idx="4"/>
          </p:nvPr>
        </p:nvSpPr>
        <p:spPr/>
        <p:txBody>
          <a:bodyPr/>
          <a:lstStyle/>
          <a:p>
            <a:r>
              <a:rPr lang="en-GB" noProof="0"/>
              <a:t>|  </a:t>
            </a:r>
            <a:fld id="{CDC8994D-33BE-6F4B-918B-78B2D731EB1C}" type="slidenum">
              <a:rPr lang="en-GB" noProof="0" smtClean="0"/>
              <a:pPr/>
              <a:t>3</a:t>
            </a:fld>
            <a:endParaRPr lang="en-GB" noProof="0"/>
          </a:p>
        </p:txBody>
      </p:sp>
    </p:spTree>
    <p:extLst>
      <p:ext uri="{BB962C8B-B14F-4D97-AF65-F5344CB8AC3E}">
        <p14:creationId xmlns:p14="http://schemas.microsoft.com/office/powerpoint/2010/main" val="2202016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7615D-83CC-6C4D-82DB-7DACD9947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10A89-DCFA-D422-EA8A-0E1A80A8E563}"/>
              </a:ext>
            </a:extLst>
          </p:cNvPr>
          <p:cNvSpPr>
            <a:spLocks noGrp="1"/>
          </p:cNvSpPr>
          <p:nvPr>
            <p:ph type="title"/>
          </p:nvPr>
        </p:nvSpPr>
        <p:spPr/>
        <p:txBody>
          <a:bodyPr/>
          <a:lstStyle/>
          <a:p>
            <a:r>
              <a:rPr lang="en-US" dirty="0">
                <a:latin typeface="Aptos" panose="020B0004020202020204" pitchFamily="34" charset="0"/>
              </a:rPr>
              <a:t>Research Questions</a:t>
            </a:r>
          </a:p>
        </p:txBody>
      </p:sp>
      <p:sp>
        <p:nvSpPr>
          <p:cNvPr id="3" name="Content Placeholder 2">
            <a:extLst>
              <a:ext uri="{FF2B5EF4-FFF2-40B4-BE49-F238E27FC236}">
                <a16:creationId xmlns:a16="http://schemas.microsoft.com/office/drawing/2014/main" id="{CE027ADA-1FAB-A24D-2626-B634BBDB1D54}"/>
              </a:ext>
            </a:extLst>
          </p:cNvPr>
          <p:cNvSpPr>
            <a:spLocks noGrp="1"/>
          </p:cNvSpPr>
          <p:nvPr>
            <p:ph idx="1"/>
          </p:nvPr>
        </p:nvSpPr>
        <p:spPr>
          <a:xfrm>
            <a:off x="833378" y="1707297"/>
            <a:ext cx="10092622" cy="4351338"/>
          </a:xfrm>
        </p:spPr>
        <p:txBody>
          <a:bodyPr/>
          <a:lstStyle/>
          <a:p>
            <a:pPr marL="0" marR="0">
              <a:lnSpc>
                <a:spcPct val="100000"/>
              </a:lnSpc>
              <a:buNone/>
            </a:pPr>
            <a:endParaRPr lang="en-US" sz="2000" b="1"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00000"/>
              </a:lnSpc>
              <a:buNone/>
            </a:pPr>
            <a:r>
              <a:rPr lang="en-US" sz="2000" b="1" dirty="0">
                <a:effectLst/>
                <a:latin typeface="Aptos" panose="020B0004020202020204" pitchFamily="34" charset="0"/>
                <a:ea typeface="Aptos" panose="020B0004020202020204" pitchFamily="34" charset="0"/>
                <a:cs typeface="Arial" panose="020B0604020202020204" pitchFamily="34" charset="0"/>
              </a:rPr>
              <a:t>Research question 1: </a:t>
            </a:r>
            <a:r>
              <a:rPr lang="en-US" sz="2000" dirty="0">
                <a:latin typeface="Aptos" panose="020B0004020202020204" pitchFamily="34" charset="0"/>
                <a:ea typeface="Aptos" panose="020B0004020202020204" pitchFamily="34" charset="0"/>
                <a:cs typeface="Arial" panose="020B0604020202020204" pitchFamily="34" charset="0"/>
              </a:rPr>
              <a:t>Can we </a:t>
            </a:r>
            <a:r>
              <a:rPr lang="en-US" sz="2000" dirty="0">
                <a:effectLst/>
                <a:latin typeface="Aptos" panose="020B0004020202020204" pitchFamily="34" charset="0"/>
                <a:ea typeface="Aptos" panose="020B0004020202020204" pitchFamily="34" charset="0"/>
                <a:cs typeface="Arial" panose="020B0604020202020204" pitchFamily="34" charset="0"/>
              </a:rPr>
              <a:t>improve generated CDS lexical diversity by adding out-of-domain training data, and without compromising other qualities of the data?</a:t>
            </a:r>
          </a:p>
          <a:p>
            <a:pPr marL="0" marR="0">
              <a:lnSpc>
                <a:spcPct val="100000"/>
              </a:lnSpc>
              <a:buNone/>
            </a:pPr>
            <a:endParaRPr lang="en-US" sz="20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00000"/>
              </a:lnSpc>
              <a:buNone/>
            </a:pPr>
            <a:r>
              <a:rPr lang="en-US" sz="2000" b="1" dirty="0">
                <a:effectLst/>
                <a:latin typeface="Aptos" panose="020B0004020202020204" pitchFamily="34" charset="0"/>
                <a:ea typeface="Aptos" panose="020B0004020202020204" pitchFamily="34" charset="0"/>
                <a:cs typeface="Arial" panose="020B0604020202020204" pitchFamily="34" charset="0"/>
              </a:rPr>
              <a:t>Research question 2: </a:t>
            </a:r>
            <a:r>
              <a:rPr lang="en-US" sz="2000" dirty="0">
                <a:effectLst/>
                <a:latin typeface="Aptos" panose="020B0004020202020204" pitchFamily="34" charset="0"/>
                <a:ea typeface="Aptos" panose="020B0004020202020204" pitchFamily="34" charset="0"/>
                <a:cs typeface="Arial" panose="020B0604020202020204" pitchFamily="34" charset="0"/>
              </a:rPr>
              <a:t>How to control style of the generated texts if the expanded LM training data consists of multiple styles (domains)</a:t>
            </a:r>
            <a:r>
              <a:rPr lang="en-US" sz="2000" dirty="0">
                <a:latin typeface="Aptos" panose="020B0004020202020204" pitchFamily="34" charset="0"/>
                <a:ea typeface="Aptos" panose="020B0004020202020204" pitchFamily="34" charset="0"/>
                <a:cs typeface="Arial" panose="020B0604020202020204" pitchFamily="34" charset="0"/>
              </a:rPr>
              <a:t>?</a:t>
            </a:r>
            <a:endParaRPr lang="en-US" sz="2000" dirty="0">
              <a:effectLst/>
              <a:latin typeface="Aptos" panose="020B0004020202020204" pitchFamily="34" charset="0"/>
              <a:ea typeface="Aptos" panose="020B0004020202020204" pitchFamily="34" charset="0"/>
              <a:cs typeface="Arial" panose="020B0604020202020204" pitchFamily="34" charset="0"/>
            </a:endParaRPr>
          </a:p>
          <a:p>
            <a:pPr>
              <a:lnSpc>
                <a:spcPct val="100000"/>
              </a:lnSpc>
            </a:pPr>
            <a:endParaRPr lang="en-US" sz="2000" dirty="0">
              <a:latin typeface="Aptos" panose="020B00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92BAE06A-AA30-6CE8-AC72-C6BEF7796ADB}"/>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E321C31D-F928-4383-6906-8801ACA63A49}"/>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C1635B72-CCF2-9A8D-6170-24DF26392799}"/>
              </a:ext>
            </a:extLst>
          </p:cNvPr>
          <p:cNvSpPr>
            <a:spLocks noGrp="1"/>
          </p:cNvSpPr>
          <p:nvPr>
            <p:ph type="sldNum" sz="quarter" idx="4"/>
          </p:nvPr>
        </p:nvSpPr>
        <p:spPr/>
        <p:txBody>
          <a:bodyPr/>
          <a:lstStyle/>
          <a:p>
            <a:r>
              <a:rPr lang="en-GB" noProof="0"/>
              <a:t>|  </a:t>
            </a:r>
            <a:fld id="{CDC8994D-33BE-6F4B-918B-78B2D731EB1C}" type="slidenum">
              <a:rPr lang="en-GB" noProof="0" smtClean="0"/>
              <a:pPr/>
              <a:t>4</a:t>
            </a:fld>
            <a:endParaRPr lang="en-GB" noProof="0"/>
          </a:p>
        </p:txBody>
      </p:sp>
    </p:spTree>
    <p:extLst>
      <p:ext uri="{BB962C8B-B14F-4D97-AF65-F5344CB8AC3E}">
        <p14:creationId xmlns:p14="http://schemas.microsoft.com/office/powerpoint/2010/main" val="4052166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3979-9825-A11B-8CA3-590831F17E0D}"/>
              </a:ext>
            </a:extLst>
          </p:cNvPr>
          <p:cNvSpPr>
            <a:spLocks noGrp="1"/>
          </p:cNvSpPr>
          <p:nvPr>
            <p:ph type="title"/>
          </p:nvPr>
        </p:nvSpPr>
        <p:spPr/>
        <p:txBody>
          <a:bodyPr/>
          <a:lstStyle/>
          <a:p>
            <a:r>
              <a:rPr lang="en-US" dirty="0">
                <a:latin typeface="Aptos" panose="020B0004020202020204" pitchFamily="34" charset="0"/>
              </a:rPr>
              <a:t>Pipeline - Data</a:t>
            </a:r>
          </a:p>
        </p:txBody>
      </p:sp>
      <p:sp>
        <p:nvSpPr>
          <p:cNvPr id="3" name="Content Placeholder 2">
            <a:extLst>
              <a:ext uri="{FF2B5EF4-FFF2-40B4-BE49-F238E27FC236}">
                <a16:creationId xmlns:a16="http://schemas.microsoft.com/office/drawing/2014/main" id="{2FF5A191-10F5-C3D7-1D04-B472660189F0}"/>
              </a:ext>
            </a:extLst>
          </p:cNvPr>
          <p:cNvSpPr>
            <a:spLocks noGrp="1"/>
          </p:cNvSpPr>
          <p:nvPr>
            <p:ph idx="1"/>
          </p:nvPr>
        </p:nvSpPr>
        <p:spPr>
          <a:xfrm>
            <a:off x="787077" y="2847495"/>
            <a:ext cx="5281785" cy="3211139"/>
          </a:xfrm>
        </p:spPr>
        <p:txBody>
          <a:bodyPr/>
          <a:lstStyle/>
          <a:p>
            <a:endParaRPr lang="en-US" sz="2400" b="1" dirty="0">
              <a:latin typeface="Aptos" panose="020B0004020202020204" pitchFamily="34" charset="0"/>
            </a:endParaRPr>
          </a:p>
          <a:p>
            <a:pPr marL="0" indent="0">
              <a:buNone/>
            </a:pPr>
            <a:r>
              <a:rPr lang="en-US" sz="2400" b="1" dirty="0">
                <a:latin typeface="Aptos" panose="020B0004020202020204" pitchFamily="34" charset="0"/>
              </a:rPr>
              <a:t>Child Directed Speech (CDS)</a:t>
            </a:r>
          </a:p>
          <a:p>
            <a:pPr marL="0" indent="0">
              <a:buNone/>
            </a:pPr>
            <a:endParaRPr lang="en-US" sz="600" dirty="0">
              <a:latin typeface="Aptos" panose="020B0004020202020204" pitchFamily="34" charset="0"/>
            </a:endParaRPr>
          </a:p>
          <a:p>
            <a:r>
              <a:rPr lang="en-US" sz="2000" dirty="0">
                <a:latin typeface="Aptos" panose="020B0004020202020204" pitchFamily="34" charset="0"/>
              </a:rPr>
              <a:t>Transcribed text of CHILDES-AO </a:t>
            </a:r>
            <a:r>
              <a:rPr lang="en-US" sz="2000" dirty="0">
                <a:latin typeface="Aptos" panose="020B0004020202020204" pitchFamily="34" charset="0"/>
                <a:hlinkClick r:id="rId3" action="ppaction://hlinksldjump"/>
              </a:rPr>
              <a:t>[2]</a:t>
            </a:r>
            <a:endParaRPr lang="en-US" sz="2000" dirty="0">
              <a:latin typeface="Aptos" panose="020B0004020202020204" pitchFamily="34" charset="0"/>
            </a:endParaRPr>
          </a:p>
          <a:p>
            <a:r>
              <a:rPr lang="en-US" sz="2000" dirty="0">
                <a:latin typeface="Aptos" panose="020B0004020202020204" pitchFamily="34" charset="0"/>
              </a:rPr>
              <a:t>Child age quantized to 3-month age bins [3, 6, …, 84]</a:t>
            </a:r>
          </a:p>
          <a:p>
            <a:r>
              <a:rPr lang="en-US" sz="2000" dirty="0">
                <a:latin typeface="Aptos" panose="020B0004020202020204" pitchFamily="34" charset="0"/>
              </a:rPr>
              <a:t>3.82 million word tokens</a:t>
            </a:r>
          </a:p>
          <a:p>
            <a:r>
              <a:rPr lang="en-US" sz="2000" dirty="0">
                <a:latin typeface="Aptos" panose="020B0004020202020204" pitchFamily="34" charset="0"/>
              </a:rPr>
              <a:t>and 862 992 utterances</a:t>
            </a:r>
          </a:p>
          <a:p>
            <a:pPr marL="0" indent="0">
              <a:buNone/>
            </a:pPr>
            <a:endParaRPr lang="en-US" sz="2400" b="1" dirty="0">
              <a:latin typeface="Aptos" panose="020B0004020202020204" pitchFamily="34" charset="0"/>
            </a:endParaRPr>
          </a:p>
          <a:p>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D69258E0-F9F5-E870-7882-58D72DE45F04}"/>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58DF6FF9-E4B9-E1FE-22E4-B5B2DF9C521C}"/>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4AF37224-7797-063F-B7FB-0F3BEEEFA743}"/>
              </a:ext>
            </a:extLst>
          </p:cNvPr>
          <p:cNvSpPr>
            <a:spLocks noGrp="1"/>
          </p:cNvSpPr>
          <p:nvPr>
            <p:ph type="sldNum" sz="quarter" idx="4"/>
          </p:nvPr>
        </p:nvSpPr>
        <p:spPr/>
        <p:txBody>
          <a:bodyPr/>
          <a:lstStyle/>
          <a:p>
            <a:r>
              <a:rPr lang="en-GB" noProof="0"/>
              <a:t>|  </a:t>
            </a:r>
            <a:fld id="{CDC8994D-33BE-6F4B-918B-78B2D731EB1C}" type="slidenum">
              <a:rPr lang="en-GB" noProof="0" smtClean="0"/>
              <a:pPr/>
              <a:t>5</a:t>
            </a:fld>
            <a:endParaRPr lang="en-GB" noProof="0"/>
          </a:p>
        </p:txBody>
      </p:sp>
      <p:sp>
        <p:nvSpPr>
          <p:cNvPr id="7" name="Arrow: Chevron 6">
            <a:extLst>
              <a:ext uri="{FF2B5EF4-FFF2-40B4-BE49-F238E27FC236}">
                <a16:creationId xmlns:a16="http://schemas.microsoft.com/office/drawing/2014/main" id="{8E5FC528-D916-FFB5-0773-4F2FAAE40C0F}"/>
              </a:ext>
            </a:extLst>
          </p:cNvPr>
          <p:cNvSpPr/>
          <p:nvPr/>
        </p:nvSpPr>
        <p:spPr>
          <a:xfrm>
            <a:off x="1750142" y="1789465"/>
            <a:ext cx="1848466" cy="825909"/>
          </a:xfrm>
          <a:prstGeom prst="chevr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ptos" panose="020B0004020202020204" pitchFamily="34" charset="0"/>
              </a:rPr>
              <a:t>Data</a:t>
            </a:r>
            <a:endParaRPr lang="en-US" b="1" dirty="0">
              <a:solidFill>
                <a:schemeClr val="tx1"/>
              </a:solidFill>
              <a:latin typeface="Aptos" panose="020B0004020202020204" pitchFamily="34" charset="0"/>
            </a:endParaRPr>
          </a:p>
        </p:txBody>
      </p:sp>
      <p:sp>
        <p:nvSpPr>
          <p:cNvPr id="12" name="Arrow: Chevron 11">
            <a:extLst>
              <a:ext uri="{FF2B5EF4-FFF2-40B4-BE49-F238E27FC236}">
                <a16:creationId xmlns:a16="http://schemas.microsoft.com/office/drawing/2014/main" id="{FF720825-8A12-76A7-87DF-9BFB2F762712}"/>
              </a:ext>
            </a:extLst>
          </p:cNvPr>
          <p:cNvSpPr/>
          <p:nvPr/>
        </p:nvSpPr>
        <p:spPr>
          <a:xfrm>
            <a:off x="3338052"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Tokenizer</a:t>
            </a:r>
            <a:endParaRPr lang="en-US" dirty="0">
              <a:solidFill>
                <a:schemeClr val="tx1"/>
              </a:solidFill>
              <a:latin typeface="Aptos" panose="020B0004020202020204" pitchFamily="34" charset="0"/>
            </a:endParaRPr>
          </a:p>
        </p:txBody>
      </p:sp>
      <p:sp>
        <p:nvSpPr>
          <p:cNvPr id="13" name="Arrow: Chevron 12">
            <a:extLst>
              <a:ext uri="{FF2B5EF4-FFF2-40B4-BE49-F238E27FC236}">
                <a16:creationId xmlns:a16="http://schemas.microsoft.com/office/drawing/2014/main" id="{1BD3F214-F4BD-869B-7C91-D51BEBE1B151}"/>
              </a:ext>
            </a:extLst>
          </p:cNvPr>
          <p:cNvSpPr/>
          <p:nvPr/>
        </p:nvSpPr>
        <p:spPr>
          <a:xfrm>
            <a:off x="4938350"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Language model</a:t>
            </a:r>
            <a:endParaRPr lang="en-US" dirty="0">
              <a:solidFill>
                <a:schemeClr val="tx1"/>
              </a:solidFill>
              <a:latin typeface="Aptos" panose="020B0004020202020204" pitchFamily="34" charset="0"/>
            </a:endParaRPr>
          </a:p>
        </p:txBody>
      </p:sp>
      <p:sp>
        <p:nvSpPr>
          <p:cNvPr id="14" name="Arrow: Chevron 13">
            <a:extLst>
              <a:ext uri="{FF2B5EF4-FFF2-40B4-BE49-F238E27FC236}">
                <a16:creationId xmlns:a16="http://schemas.microsoft.com/office/drawing/2014/main" id="{7C8A13A9-3D8F-57D8-3741-0E2920FB0633}"/>
              </a:ext>
            </a:extLst>
          </p:cNvPr>
          <p:cNvSpPr/>
          <p:nvPr/>
        </p:nvSpPr>
        <p:spPr>
          <a:xfrm>
            <a:off x="6538648"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Text generation</a:t>
            </a:r>
            <a:endParaRPr lang="en-US" dirty="0">
              <a:solidFill>
                <a:schemeClr val="tx1"/>
              </a:solidFill>
              <a:latin typeface="Aptos" panose="020B0004020202020204" pitchFamily="34" charset="0"/>
            </a:endParaRPr>
          </a:p>
        </p:txBody>
      </p:sp>
      <p:sp>
        <p:nvSpPr>
          <p:cNvPr id="15" name="Arrow: Chevron 14">
            <a:extLst>
              <a:ext uri="{FF2B5EF4-FFF2-40B4-BE49-F238E27FC236}">
                <a16:creationId xmlns:a16="http://schemas.microsoft.com/office/drawing/2014/main" id="{295B4992-8E3E-A2A9-E70D-B612A352EB07}"/>
              </a:ext>
            </a:extLst>
          </p:cNvPr>
          <p:cNvSpPr/>
          <p:nvPr/>
        </p:nvSpPr>
        <p:spPr>
          <a:xfrm>
            <a:off x="8114170"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Analysis of results</a:t>
            </a:r>
            <a:endParaRPr lang="en-US" dirty="0">
              <a:solidFill>
                <a:schemeClr val="tx1"/>
              </a:solidFill>
              <a:latin typeface="Aptos" panose="020B0004020202020204" pitchFamily="34" charset="0"/>
            </a:endParaRPr>
          </a:p>
        </p:txBody>
      </p:sp>
      <p:sp>
        <p:nvSpPr>
          <p:cNvPr id="17" name="Content Placeholder 2">
            <a:extLst>
              <a:ext uri="{FF2B5EF4-FFF2-40B4-BE49-F238E27FC236}">
                <a16:creationId xmlns:a16="http://schemas.microsoft.com/office/drawing/2014/main" id="{8C0CA1A5-2FA1-10A9-4CA7-F40FC411AADD}"/>
              </a:ext>
            </a:extLst>
          </p:cNvPr>
          <p:cNvSpPr txBox="1">
            <a:spLocks/>
          </p:cNvSpPr>
          <p:nvPr/>
        </p:nvSpPr>
        <p:spPr>
          <a:xfrm>
            <a:off x="6123138" y="2847494"/>
            <a:ext cx="5658959" cy="3211139"/>
          </a:xfrm>
          <a:prstGeom prst="rect">
            <a:avLst/>
          </a:prstGeom>
        </p:spPr>
        <p:txBody>
          <a:bodyPr vert="horz" lIns="91440" tIns="45720" rIns="91440" bIns="45720" rtlCol="0">
            <a:noAutofit/>
          </a:bodyPr>
          <a:lstStyle>
            <a:lvl1pPr marL="180975" indent="-180975" algn="l" defTabSz="914400" rtl="0" eaLnBrk="1" latinLnBrk="0" hangingPunct="1">
              <a:lnSpc>
                <a:spcPct val="90000"/>
              </a:lnSpc>
              <a:spcBef>
                <a:spcPts val="1000"/>
              </a:spcBef>
              <a:buFont typeface="Arial" panose="020B0604020202020204" pitchFamily="34" charset="0"/>
              <a:buChar char="•"/>
              <a:tabLst/>
              <a:defRPr sz="3200" kern="1200">
                <a:solidFill>
                  <a:schemeClr val="tx1"/>
                </a:solidFill>
                <a:latin typeface="+mn-lt"/>
                <a:ea typeface="+mn-ea"/>
                <a:cs typeface="+mn-cs"/>
              </a:defRPr>
            </a:lvl1pPr>
            <a:lvl2pPr marL="488950" indent="-174625" algn="l" defTabSz="914400" rtl="0" eaLnBrk="1" latinLnBrk="0" hangingPunct="1">
              <a:lnSpc>
                <a:spcPct val="90000"/>
              </a:lnSpc>
              <a:spcBef>
                <a:spcPts val="500"/>
              </a:spcBef>
              <a:buFont typeface="Arial" panose="020B0604020202020204" pitchFamily="34" charset="0"/>
              <a:buChar char="•"/>
              <a:tabLst/>
              <a:defRPr sz="2800" kern="1200">
                <a:solidFill>
                  <a:schemeClr val="tx1"/>
                </a:solidFill>
                <a:latin typeface="+mn-lt"/>
                <a:ea typeface="+mn-ea"/>
                <a:cs typeface="+mn-cs"/>
              </a:defRPr>
            </a:lvl2pPr>
            <a:lvl3pPr marL="804863" indent="-133350" algn="l" defTabSz="914400"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3pPr>
            <a:lvl4pPr marL="1155700" indent="-128588"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4pPr>
            <a:lvl5pPr marL="1470025" indent="-133350"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b="1" dirty="0">
              <a:latin typeface="Aptos" panose="020B0004020202020204" pitchFamily="34" charset="0"/>
            </a:endParaRPr>
          </a:p>
          <a:p>
            <a:pPr marL="0" indent="0">
              <a:buNone/>
            </a:pPr>
            <a:r>
              <a:rPr lang="en-US" sz="2400" b="1" dirty="0">
                <a:latin typeface="Aptos" panose="020B0004020202020204" pitchFamily="34" charset="0"/>
              </a:rPr>
              <a:t>Children Book Texts (CBT)</a:t>
            </a:r>
          </a:p>
          <a:p>
            <a:endParaRPr lang="en-US" sz="600" dirty="0">
              <a:latin typeface="Aptos" panose="020B0004020202020204" pitchFamily="34" charset="0"/>
            </a:endParaRPr>
          </a:p>
          <a:p>
            <a:r>
              <a:rPr lang="en-US" sz="2000" dirty="0">
                <a:latin typeface="Aptos" panose="020B0004020202020204" pitchFamily="34" charset="0"/>
              </a:rPr>
              <a:t>188 children’s books from Project Gutenberg </a:t>
            </a:r>
            <a:r>
              <a:rPr lang="en-US" sz="2000" dirty="0">
                <a:latin typeface="Aptos" panose="020B0004020202020204" pitchFamily="34" charset="0"/>
                <a:hlinkClick r:id="rId3" action="ppaction://hlinksldjump"/>
              </a:rPr>
              <a:t>[3]</a:t>
            </a:r>
            <a:endParaRPr lang="en-US" sz="2000" dirty="0">
              <a:latin typeface="Aptos" panose="020B0004020202020204" pitchFamily="34" charset="0"/>
            </a:endParaRPr>
          </a:p>
          <a:p>
            <a:r>
              <a:rPr lang="en-US" sz="2000" dirty="0">
                <a:latin typeface="Aptos" panose="020B0004020202020204" pitchFamily="34" charset="0"/>
              </a:rPr>
              <a:t>No target child age information</a:t>
            </a:r>
          </a:p>
          <a:p>
            <a:r>
              <a:rPr lang="en-US" sz="2000" dirty="0">
                <a:latin typeface="Aptos" panose="020B0004020202020204" pitchFamily="34" charset="0"/>
              </a:rPr>
              <a:t>5.26 million word tokens</a:t>
            </a:r>
          </a:p>
          <a:p>
            <a:r>
              <a:rPr lang="en-US" sz="2000" dirty="0">
                <a:latin typeface="Aptos" panose="020B0004020202020204" pitchFamily="34" charset="0"/>
              </a:rPr>
              <a:t>and 785 450 sentences</a:t>
            </a:r>
          </a:p>
          <a:p>
            <a:endParaRPr lang="en-US" sz="1800" dirty="0">
              <a:latin typeface="Aptos" panose="020B0004020202020204" pitchFamily="34" charset="0"/>
            </a:endParaRPr>
          </a:p>
          <a:p>
            <a:endParaRPr lang="en-US" sz="1800" dirty="0">
              <a:latin typeface="Aptos" panose="020B0004020202020204" pitchFamily="34" charset="0"/>
            </a:endParaRPr>
          </a:p>
          <a:p>
            <a:endParaRPr lang="en-US" sz="2000" dirty="0">
              <a:latin typeface="Aptos" panose="020B0004020202020204" pitchFamily="34" charset="0"/>
            </a:endParaRPr>
          </a:p>
        </p:txBody>
      </p:sp>
    </p:spTree>
    <p:extLst>
      <p:ext uri="{BB962C8B-B14F-4D97-AF65-F5344CB8AC3E}">
        <p14:creationId xmlns:p14="http://schemas.microsoft.com/office/powerpoint/2010/main" val="2388249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65E94-1EBA-3231-5F21-6C63DE70E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0345C-8583-1381-ED3C-5D7BCA6D480C}"/>
              </a:ext>
            </a:extLst>
          </p:cNvPr>
          <p:cNvSpPr>
            <a:spLocks noGrp="1"/>
          </p:cNvSpPr>
          <p:nvPr>
            <p:ph type="title"/>
          </p:nvPr>
        </p:nvSpPr>
        <p:spPr/>
        <p:txBody>
          <a:bodyPr/>
          <a:lstStyle/>
          <a:p>
            <a:r>
              <a:rPr lang="en-US" dirty="0">
                <a:latin typeface="Aptos" panose="020B0004020202020204" pitchFamily="34" charset="0"/>
              </a:rPr>
              <a:t>Pipeline - Tokenizer</a:t>
            </a:r>
          </a:p>
        </p:txBody>
      </p:sp>
      <p:sp>
        <p:nvSpPr>
          <p:cNvPr id="3" name="Content Placeholder 2">
            <a:extLst>
              <a:ext uri="{FF2B5EF4-FFF2-40B4-BE49-F238E27FC236}">
                <a16:creationId xmlns:a16="http://schemas.microsoft.com/office/drawing/2014/main" id="{7631D41C-A9DA-C1C1-4C26-4182A4107BE8}"/>
              </a:ext>
            </a:extLst>
          </p:cNvPr>
          <p:cNvSpPr>
            <a:spLocks noGrp="1"/>
          </p:cNvSpPr>
          <p:nvPr>
            <p:ph idx="1"/>
          </p:nvPr>
        </p:nvSpPr>
        <p:spPr>
          <a:xfrm>
            <a:off x="833376" y="2847497"/>
            <a:ext cx="4423543" cy="3211138"/>
          </a:xfrm>
        </p:spPr>
        <p:txBody>
          <a:bodyPr/>
          <a:lstStyle/>
          <a:p>
            <a:pPr marL="0" indent="0">
              <a:buNone/>
            </a:pPr>
            <a:endParaRPr lang="en-US" sz="2400" b="1" dirty="0">
              <a:latin typeface="Aptos" panose="020B0004020202020204" pitchFamily="34" charset="0"/>
            </a:endParaRPr>
          </a:p>
          <a:p>
            <a:pPr marL="0" indent="0">
              <a:buNone/>
            </a:pPr>
            <a:r>
              <a:rPr lang="en-US" sz="2400" b="1" dirty="0">
                <a:latin typeface="Aptos" panose="020B0004020202020204" pitchFamily="34" charset="0"/>
              </a:rPr>
              <a:t>Tokenization: split text into words or sub-word units.</a:t>
            </a:r>
          </a:p>
          <a:p>
            <a:endParaRPr lang="en-US" sz="600" dirty="0">
              <a:latin typeface="Aptos" panose="020B0004020202020204" pitchFamily="34" charset="0"/>
            </a:endParaRPr>
          </a:p>
          <a:p>
            <a:r>
              <a:rPr lang="en-US" sz="2000" dirty="0">
                <a:latin typeface="Aptos" panose="020B0004020202020204" pitchFamily="34" charset="0"/>
              </a:rPr>
              <a:t>BERT word-piece tokenizer </a:t>
            </a:r>
            <a:r>
              <a:rPr lang="en-US" sz="2000" dirty="0">
                <a:latin typeface="Aptos" panose="020B0004020202020204" pitchFamily="34" charset="0"/>
                <a:hlinkClick r:id="rId3" action="ppaction://hlinksldjump">
                  <a:extLst>
                    <a:ext uri="{A12FA001-AC4F-418D-AE19-62706E023703}">
                      <ahyp:hlinkClr xmlns:ahyp="http://schemas.microsoft.com/office/drawing/2018/hyperlinkcolor" val="tx"/>
                    </a:ext>
                  </a:extLst>
                </a:hlinkClick>
              </a:rPr>
              <a:t>[4]</a:t>
            </a:r>
            <a:endParaRPr lang="en-US" sz="2000" dirty="0">
              <a:latin typeface="Aptos" panose="020B0004020202020204" pitchFamily="34" charset="0"/>
            </a:endParaRPr>
          </a:p>
          <a:p>
            <a:r>
              <a:rPr lang="en-US" sz="2000" dirty="0">
                <a:latin typeface="Aptos" panose="020B0004020202020204" pitchFamily="34" charset="0"/>
              </a:rPr>
              <a:t>Codebook of 8000 tokens</a:t>
            </a:r>
          </a:p>
          <a:p>
            <a:pPr marL="0" indent="0">
              <a:buNone/>
            </a:pPr>
            <a:r>
              <a:rPr lang="en-US" sz="2000" dirty="0">
                <a:latin typeface="Aptos" panose="020B0004020202020204" pitchFamily="34" charset="0"/>
              </a:rPr>
              <a:t>   + reserved tokens</a:t>
            </a:r>
          </a:p>
          <a:p>
            <a:r>
              <a:rPr lang="en-US" sz="2000" dirty="0">
                <a:latin typeface="Aptos" panose="020B0004020202020204" pitchFamily="34" charset="0"/>
              </a:rPr>
              <a:t>Lower-cased input data </a:t>
            </a:r>
          </a:p>
          <a:p>
            <a:endParaRPr lang="en-US" sz="2000" dirty="0">
              <a:latin typeface="Aptos" panose="020B0004020202020204" pitchFamily="34" charset="0"/>
            </a:endParaRPr>
          </a:p>
          <a:p>
            <a:endParaRPr lang="en-US" sz="2000" dirty="0">
              <a:latin typeface="Aptos" panose="020B0004020202020204" pitchFamily="34" charset="0"/>
            </a:endParaRPr>
          </a:p>
          <a:p>
            <a:pPr marL="0" indent="0">
              <a:buNone/>
            </a:pPr>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E3C02ABC-7CCA-8A8E-50B9-DF604B6EBEB4}"/>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0A6232B6-50D3-9949-6A27-D8484BD3BC7C}"/>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C4027C82-1537-E067-5E40-CD038F5A8ED3}"/>
              </a:ext>
            </a:extLst>
          </p:cNvPr>
          <p:cNvSpPr>
            <a:spLocks noGrp="1"/>
          </p:cNvSpPr>
          <p:nvPr>
            <p:ph type="sldNum" sz="quarter" idx="4"/>
          </p:nvPr>
        </p:nvSpPr>
        <p:spPr/>
        <p:txBody>
          <a:bodyPr/>
          <a:lstStyle/>
          <a:p>
            <a:r>
              <a:rPr lang="en-GB" noProof="0"/>
              <a:t>|  </a:t>
            </a:r>
            <a:fld id="{CDC8994D-33BE-6F4B-918B-78B2D731EB1C}" type="slidenum">
              <a:rPr lang="en-GB" noProof="0" smtClean="0"/>
              <a:pPr/>
              <a:t>6</a:t>
            </a:fld>
            <a:endParaRPr lang="en-GB" noProof="0"/>
          </a:p>
        </p:txBody>
      </p:sp>
      <p:sp>
        <p:nvSpPr>
          <p:cNvPr id="7" name="Arrow: Chevron 6">
            <a:extLst>
              <a:ext uri="{FF2B5EF4-FFF2-40B4-BE49-F238E27FC236}">
                <a16:creationId xmlns:a16="http://schemas.microsoft.com/office/drawing/2014/main" id="{8F59BCAE-E376-788F-7FD0-72FF12F61A00}"/>
              </a:ext>
            </a:extLst>
          </p:cNvPr>
          <p:cNvSpPr/>
          <p:nvPr/>
        </p:nvSpPr>
        <p:spPr>
          <a:xfrm>
            <a:off x="1750142" y="1789465"/>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Data</a:t>
            </a:r>
            <a:endParaRPr lang="en-US" dirty="0">
              <a:solidFill>
                <a:schemeClr val="tx1"/>
              </a:solidFill>
              <a:latin typeface="Aptos" panose="020B0004020202020204" pitchFamily="34" charset="0"/>
            </a:endParaRPr>
          </a:p>
        </p:txBody>
      </p:sp>
      <p:sp>
        <p:nvSpPr>
          <p:cNvPr id="12" name="Arrow: Chevron 11">
            <a:extLst>
              <a:ext uri="{FF2B5EF4-FFF2-40B4-BE49-F238E27FC236}">
                <a16:creationId xmlns:a16="http://schemas.microsoft.com/office/drawing/2014/main" id="{1A115959-9C33-02C0-DC44-4F5C14A81C4A}"/>
              </a:ext>
            </a:extLst>
          </p:cNvPr>
          <p:cNvSpPr/>
          <p:nvPr/>
        </p:nvSpPr>
        <p:spPr>
          <a:xfrm>
            <a:off x="3338052" y="1789464"/>
            <a:ext cx="1848466" cy="825909"/>
          </a:xfrm>
          <a:prstGeom prst="chevr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ptos" panose="020B0004020202020204" pitchFamily="34" charset="0"/>
              </a:rPr>
              <a:t>Tokenizer</a:t>
            </a:r>
            <a:endParaRPr lang="en-US" b="1" dirty="0">
              <a:solidFill>
                <a:schemeClr val="tx1"/>
              </a:solidFill>
              <a:latin typeface="Aptos" panose="020B0004020202020204" pitchFamily="34" charset="0"/>
            </a:endParaRPr>
          </a:p>
        </p:txBody>
      </p:sp>
      <p:sp>
        <p:nvSpPr>
          <p:cNvPr id="13" name="Arrow: Chevron 12">
            <a:extLst>
              <a:ext uri="{FF2B5EF4-FFF2-40B4-BE49-F238E27FC236}">
                <a16:creationId xmlns:a16="http://schemas.microsoft.com/office/drawing/2014/main" id="{ECDE5FD6-9E05-4912-7267-A210AD5ABD08}"/>
              </a:ext>
            </a:extLst>
          </p:cNvPr>
          <p:cNvSpPr/>
          <p:nvPr/>
        </p:nvSpPr>
        <p:spPr>
          <a:xfrm>
            <a:off x="4938350"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Language model</a:t>
            </a:r>
            <a:endParaRPr lang="en-US" dirty="0">
              <a:solidFill>
                <a:schemeClr val="tx1"/>
              </a:solidFill>
              <a:latin typeface="Aptos" panose="020B0004020202020204" pitchFamily="34" charset="0"/>
            </a:endParaRPr>
          </a:p>
        </p:txBody>
      </p:sp>
      <p:sp>
        <p:nvSpPr>
          <p:cNvPr id="14" name="Arrow: Chevron 13">
            <a:extLst>
              <a:ext uri="{FF2B5EF4-FFF2-40B4-BE49-F238E27FC236}">
                <a16:creationId xmlns:a16="http://schemas.microsoft.com/office/drawing/2014/main" id="{C1E28001-BD38-029D-55FE-E7C6065B1439}"/>
              </a:ext>
            </a:extLst>
          </p:cNvPr>
          <p:cNvSpPr/>
          <p:nvPr/>
        </p:nvSpPr>
        <p:spPr>
          <a:xfrm>
            <a:off x="6538648"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Text generation</a:t>
            </a:r>
            <a:endParaRPr lang="en-US" dirty="0">
              <a:solidFill>
                <a:schemeClr val="tx1"/>
              </a:solidFill>
              <a:latin typeface="Aptos" panose="020B0004020202020204" pitchFamily="34" charset="0"/>
            </a:endParaRPr>
          </a:p>
        </p:txBody>
      </p:sp>
      <p:sp>
        <p:nvSpPr>
          <p:cNvPr id="15" name="Arrow: Chevron 14">
            <a:extLst>
              <a:ext uri="{FF2B5EF4-FFF2-40B4-BE49-F238E27FC236}">
                <a16:creationId xmlns:a16="http://schemas.microsoft.com/office/drawing/2014/main" id="{B31A6D9C-0963-A6B0-A081-5EAE3F594198}"/>
              </a:ext>
            </a:extLst>
          </p:cNvPr>
          <p:cNvSpPr/>
          <p:nvPr/>
        </p:nvSpPr>
        <p:spPr>
          <a:xfrm>
            <a:off x="8114170"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Analysis of results</a:t>
            </a:r>
            <a:endParaRPr lang="en-US" dirty="0">
              <a:solidFill>
                <a:schemeClr val="tx1"/>
              </a:solidFill>
              <a:latin typeface="Aptos" panose="020B0004020202020204" pitchFamily="34" charset="0"/>
            </a:endParaRPr>
          </a:p>
        </p:txBody>
      </p:sp>
      <p:sp>
        <p:nvSpPr>
          <p:cNvPr id="8" name="Rectangle 7">
            <a:extLst>
              <a:ext uri="{FF2B5EF4-FFF2-40B4-BE49-F238E27FC236}">
                <a16:creationId xmlns:a16="http://schemas.microsoft.com/office/drawing/2014/main" id="{E77E00CA-94A9-7674-6757-505B7987B75D}"/>
              </a:ext>
            </a:extLst>
          </p:cNvPr>
          <p:cNvSpPr/>
          <p:nvPr/>
        </p:nvSpPr>
        <p:spPr>
          <a:xfrm>
            <a:off x="7316440" y="4797179"/>
            <a:ext cx="369068"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it</a:t>
            </a:r>
          </a:p>
        </p:txBody>
      </p:sp>
      <p:sp>
        <p:nvSpPr>
          <p:cNvPr id="9" name="Rectangle 8">
            <a:extLst>
              <a:ext uri="{FF2B5EF4-FFF2-40B4-BE49-F238E27FC236}">
                <a16:creationId xmlns:a16="http://schemas.microsoft.com/office/drawing/2014/main" id="{59EE4E5F-874F-C90A-6C0F-359255981975}"/>
              </a:ext>
            </a:extLst>
          </p:cNvPr>
          <p:cNvSpPr/>
          <p:nvPr/>
        </p:nvSpPr>
        <p:spPr>
          <a:xfrm>
            <a:off x="7783955" y="4797179"/>
            <a:ext cx="369068"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a:t>
            </a:r>
          </a:p>
        </p:txBody>
      </p:sp>
      <p:sp>
        <p:nvSpPr>
          <p:cNvPr id="10" name="Rectangle 9">
            <a:extLst>
              <a:ext uri="{FF2B5EF4-FFF2-40B4-BE49-F238E27FC236}">
                <a16:creationId xmlns:a16="http://schemas.microsoft.com/office/drawing/2014/main" id="{54BE39E3-A040-0F2D-BB13-BD6A349D2485}"/>
              </a:ext>
            </a:extLst>
          </p:cNvPr>
          <p:cNvSpPr/>
          <p:nvPr/>
        </p:nvSpPr>
        <p:spPr>
          <a:xfrm>
            <a:off x="8250178" y="4797179"/>
            <a:ext cx="460714"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a:t>
            </a:r>
          </a:p>
        </p:txBody>
      </p:sp>
      <p:sp>
        <p:nvSpPr>
          <p:cNvPr id="11" name="Rectangle 10">
            <a:extLst>
              <a:ext uri="{FF2B5EF4-FFF2-40B4-BE49-F238E27FC236}">
                <a16:creationId xmlns:a16="http://schemas.microsoft.com/office/drawing/2014/main" id="{F7A750FD-AE97-6DA8-B2FF-0343855A2592}"/>
              </a:ext>
            </a:extLst>
          </p:cNvPr>
          <p:cNvSpPr/>
          <p:nvPr/>
        </p:nvSpPr>
        <p:spPr>
          <a:xfrm>
            <a:off x="8808047" y="4797181"/>
            <a:ext cx="1007286"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believ</a:t>
            </a:r>
            <a:endParaRPr lang="en-US" dirty="0">
              <a:solidFill>
                <a:schemeClr val="tx1"/>
              </a:solidFill>
            </a:endParaRPr>
          </a:p>
        </p:txBody>
      </p:sp>
      <p:sp>
        <p:nvSpPr>
          <p:cNvPr id="16" name="Rectangle 15">
            <a:extLst>
              <a:ext uri="{FF2B5EF4-FFF2-40B4-BE49-F238E27FC236}">
                <a16:creationId xmlns:a16="http://schemas.microsoft.com/office/drawing/2014/main" id="{7F8C9085-104A-FBBF-69FA-2A7A02500328}"/>
              </a:ext>
            </a:extLst>
          </p:cNvPr>
          <p:cNvSpPr/>
          <p:nvPr/>
        </p:nvSpPr>
        <p:spPr>
          <a:xfrm>
            <a:off x="9907155" y="4797181"/>
            <a:ext cx="672107"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able</a:t>
            </a:r>
          </a:p>
        </p:txBody>
      </p:sp>
      <p:sp>
        <p:nvSpPr>
          <p:cNvPr id="17" name="Rectangle 16">
            <a:extLst>
              <a:ext uri="{FF2B5EF4-FFF2-40B4-BE49-F238E27FC236}">
                <a16:creationId xmlns:a16="http://schemas.microsoft.com/office/drawing/2014/main" id="{13361592-C07E-5EC0-7352-9C2208A12F38}"/>
              </a:ext>
            </a:extLst>
          </p:cNvPr>
          <p:cNvSpPr/>
          <p:nvPr/>
        </p:nvSpPr>
        <p:spPr>
          <a:xfrm>
            <a:off x="10671084" y="4797177"/>
            <a:ext cx="184505"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18" name="Rectangle 17">
            <a:extLst>
              <a:ext uri="{FF2B5EF4-FFF2-40B4-BE49-F238E27FC236}">
                <a16:creationId xmlns:a16="http://schemas.microsoft.com/office/drawing/2014/main" id="{4CFCF04F-85AE-63EF-6ADF-A62560878DDA}"/>
              </a:ext>
            </a:extLst>
          </p:cNvPr>
          <p:cNvSpPr/>
          <p:nvPr/>
        </p:nvSpPr>
        <p:spPr>
          <a:xfrm>
            <a:off x="7710379" y="3429000"/>
            <a:ext cx="2695764"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It is unbelievable.</a:t>
            </a:r>
          </a:p>
        </p:txBody>
      </p:sp>
      <p:sp>
        <p:nvSpPr>
          <p:cNvPr id="19" name="Arrow: Down 18">
            <a:extLst>
              <a:ext uri="{FF2B5EF4-FFF2-40B4-BE49-F238E27FC236}">
                <a16:creationId xmlns:a16="http://schemas.microsoft.com/office/drawing/2014/main" id="{C8CF744B-EFA9-AF1C-99C6-2C14337DEB8C}"/>
              </a:ext>
            </a:extLst>
          </p:cNvPr>
          <p:cNvSpPr/>
          <p:nvPr/>
        </p:nvSpPr>
        <p:spPr>
          <a:xfrm>
            <a:off x="8867278" y="4086265"/>
            <a:ext cx="381965" cy="486137"/>
          </a:xfrm>
          <a:prstGeom prst="down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Double Bracket 19">
            <a:extLst>
              <a:ext uri="{FF2B5EF4-FFF2-40B4-BE49-F238E27FC236}">
                <a16:creationId xmlns:a16="http://schemas.microsoft.com/office/drawing/2014/main" id="{F7B8663D-082A-4186-E3E2-5E4150EEAD61}"/>
              </a:ext>
            </a:extLst>
          </p:cNvPr>
          <p:cNvSpPr/>
          <p:nvPr/>
        </p:nvSpPr>
        <p:spPr>
          <a:xfrm>
            <a:off x="8585343" y="5436549"/>
            <a:ext cx="945834" cy="254015"/>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output</a:t>
            </a:r>
          </a:p>
        </p:txBody>
      </p:sp>
      <p:sp>
        <p:nvSpPr>
          <p:cNvPr id="21" name="Double Bracket 20">
            <a:extLst>
              <a:ext uri="{FF2B5EF4-FFF2-40B4-BE49-F238E27FC236}">
                <a16:creationId xmlns:a16="http://schemas.microsoft.com/office/drawing/2014/main" id="{B86E1567-9753-A909-7180-F3DD1FD54A9F}"/>
              </a:ext>
            </a:extLst>
          </p:cNvPr>
          <p:cNvSpPr/>
          <p:nvPr/>
        </p:nvSpPr>
        <p:spPr>
          <a:xfrm>
            <a:off x="6360362" y="4176146"/>
            <a:ext cx="2354389" cy="254172"/>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800" dirty="0">
                <a:latin typeface="Aptos" panose="020B0004020202020204" pitchFamily="34" charset="0"/>
              </a:rPr>
              <a:t>word-piece tokenizer </a:t>
            </a:r>
          </a:p>
        </p:txBody>
      </p:sp>
      <p:sp>
        <p:nvSpPr>
          <p:cNvPr id="22" name="Double Bracket 21">
            <a:extLst>
              <a:ext uri="{FF2B5EF4-FFF2-40B4-BE49-F238E27FC236}">
                <a16:creationId xmlns:a16="http://schemas.microsoft.com/office/drawing/2014/main" id="{2B049890-9C52-E58E-0A29-FBC59B2CC05C}"/>
              </a:ext>
            </a:extLst>
          </p:cNvPr>
          <p:cNvSpPr/>
          <p:nvPr/>
        </p:nvSpPr>
        <p:spPr>
          <a:xfrm>
            <a:off x="8661830" y="3072148"/>
            <a:ext cx="792860"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input</a:t>
            </a:r>
          </a:p>
        </p:txBody>
      </p:sp>
      <p:sp>
        <p:nvSpPr>
          <p:cNvPr id="23" name="Rectangle 22">
            <a:extLst>
              <a:ext uri="{FF2B5EF4-FFF2-40B4-BE49-F238E27FC236}">
                <a16:creationId xmlns:a16="http://schemas.microsoft.com/office/drawing/2014/main" id="{81A475AA-326E-E789-D090-C661C33A764A}"/>
              </a:ext>
            </a:extLst>
          </p:cNvPr>
          <p:cNvSpPr/>
          <p:nvPr/>
        </p:nvSpPr>
        <p:spPr>
          <a:xfrm>
            <a:off x="6425134" y="4797176"/>
            <a:ext cx="792859"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[S-PAD]</a:t>
            </a:r>
          </a:p>
        </p:txBody>
      </p:sp>
      <p:sp>
        <p:nvSpPr>
          <p:cNvPr id="25" name="Rectangle 24">
            <a:extLst>
              <a:ext uri="{FF2B5EF4-FFF2-40B4-BE49-F238E27FC236}">
                <a16:creationId xmlns:a16="http://schemas.microsoft.com/office/drawing/2014/main" id="{0612E30D-E6C6-2C29-95AB-3A2F7BD0AB8C}"/>
              </a:ext>
            </a:extLst>
          </p:cNvPr>
          <p:cNvSpPr/>
          <p:nvPr/>
        </p:nvSpPr>
        <p:spPr>
          <a:xfrm>
            <a:off x="10951299" y="4797175"/>
            <a:ext cx="792859"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[E-PAD]</a:t>
            </a:r>
          </a:p>
        </p:txBody>
      </p:sp>
    </p:spTree>
    <p:extLst>
      <p:ext uri="{BB962C8B-B14F-4D97-AF65-F5344CB8AC3E}">
        <p14:creationId xmlns:p14="http://schemas.microsoft.com/office/powerpoint/2010/main" val="126567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F7281-F2D5-6E25-F36F-85797C9DF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5803B-1879-9EF5-C23A-897214C4DECB}"/>
              </a:ext>
            </a:extLst>
          </p:cNvPr>
          <p:cNvSpPr>
            <a:spLocks noGrp="1"/>
          </p:cNvSpPr>
          <p:nvPr>
            <p:ph type="title"/>
          </p:nvPr>
        </p:nvSpPr>
        <p:spPr/>
        <p:txBody>
          <a:bodyPr/>
          <a:lstStyle/>
          <a:p>
            <a:r>
              <a:rPr lang="en-US" dirty="0">
                <a:latin typeface="Aptos" panose="020B0004020202020204" pitchFamily="34" charset="0"/>
              </a:rPr>
              <a:t>Pipeline – Language model</a:t>
            </a:r>
          </a:p>
        </p:txBody>
      </p:sp>
      <p:sp>
        <p:nvSpPr>
          <p:cNvPr id="3" name="Content Placeholder 2">
            <a:extLst>
              <a:ext uri="{FF2B5EF4-FFF2-40B4-BE49-F238E27FC236}">
                <a16:creationId xmlns:a16="http://schemas.microsoft.com/office/drawing/2014/main" id="{EA3513A0-030A-90CD-34E1-A28EB15A19FA}"/>
              </a:ext>
            </a:extLst>
          </p:cNvPr>
          <p:cNvSpPr>
            <a:spLocks noGrp="1"/>
          </p:cNvSpPr>
          <p:nvPr>
            <p:ph idx="1"/>
          </p:nvPr>
        </p:nvSpPr>
        <p:spPr>
          <a:xfrm>
            <a:off x="833377" y="2847496"/>
            <a:ext cx="10863627" cy="3211138"/>
          </a:xfrm>
        </p:spPr>
        <p:txBody>
          <a:bodyPr/>
          <a:lstStyle/>
          <a:p>
            <a:endParaRPr lang="en-US" sz="2400" b="1" dirty="0">
              <a:latin typeface="Aptos" panose="020B0004020202020204" pitchFamily="34" charset="0"/>
            </a:endParaRPr>
          </a:p>
          <a:p>
            <a:pPr marL="0" indent="0">
              <a:buNone/>
            </a:pPr>
            <a:r>
              <a:rPr lang="en-US" sz="2400" b="1" dirty="0">
                <a:latin typeface="Aptos" panose="020B0004020202020204" pitchFamily="34" charset="0"/>
              </a:rPr>
              <a:t>A Transformer-based language model </a:t>
            </a:r>
            <a:r>
              <a:rPr lang="en-US" sz="2400" dirty="0">
                <a:latin typeface="Aptos" panose="020B0004020202020204" pitchFamily="34" charset="0"/>
                <a:hlinkClick r:id="rId3" action="ppaction://hlinksldjump">
                  <a:extLst>
                    <a:ext uri="{A12FA001-AC4F-418D-AE19-62706E023703}">
                      <ahyp:hlinkClr xmlns:ahyp="http://schemas.microsoft.com/office/drawing/2018/hyperlinkcolor" val="tx"/>
                    </a:ext>
                  </a:extLst>
                </a:hlinkClick>
              </a:rPr>
              <a:t>[5]</a:t>
            </a:r>
            <a:endParaRPr lang="en-US" sz="600" b="1" dirty="0">
              <a:latin typeface="Aptos" panose="020B0004020202020204" pitchFamily="34" charset="0"/>
            </a:endParaRPr>
          </a:p>
          <a:p>
            <a:pPr lvl="1"/>
            <a:r>
              <a:rPr lang="en-US" sz="2000" dirty="0">
                <a:latin typeface="Aptos" panose="020B0004020202020204" pitchFamily="34" charset="0"/>
              </a:rPr>
              <a:t>Trained for next-token prediction using the preceding context.</a:t>
            </a:r>
          </a:p>
          <a:p>
            <a:pPr lvl="1"/>
            <a:r>
              <a:rPr lang="en-US" sz="2000" dirty="0">
                <a:latin typeface="Aptos" panose="020B0004020202020204" pitchFamily="34" charset="0"/>
              </a:rPr>
              <a:t>Recipient age conditioning with a separate input.</a:t>
            </a:r>
          </a:p>
          <a:p>
            <a:pPr lvl="1"/>
            <a:r>
              <a:rPr lang="en-US" sz="2000" dirty="0">
                <a:latin typeface="Aptos" panose="020B0004020202020204" pitchFamily="34" charset="0"/>
              </a:rPr>
              <a:t>Token and position embeddings</a:t>
            </a:r>
          </a:p>
          <a:p>
            <a:pPr lvl="1"/>
            <a:r>
              <a:rPr lang="en-US" sz="2000" dirty="0">
                <a:latin typeface="Aptos" panose="020B0004020202020204" pitchFamily="34" charset="0"/>
              </a:rPr>
              <a:t>Self-attention layers</a:t>
            </a:r>
          </a:p>
          <a:p>
            <a:pPr lvl="1"/>
            <a:r>
              <a:rPr lang="en-US" sz="2000" dirty="0">
                <a:latin typeface="Aptos" panose="020B0004020202020204" pitchFamily="34" charset="0"/>
              </a:rPr>
              <a:t>Feed-forward layers</a:t>
            </a:r>
          </a:p>
          <a:p>
            <a:pPr lvl="1"/>
            <a:r>
              <a:rPr lang="en-US" sz="2000" dirty="0">
                <a:latin typeface="Aptos" panose="020B0004020202020204" pitchFamily="34" charset="0"/>
              </a:rPr>
              <a:t>Causal masking to implement temporal prediction</a:t>
            </a:r>
          </a:p>
          <a:p>
            <a:pPr lvl="1"/>
            <a:r>
              <a:rPr lang="en-US" sz="2000" dirty="0">
                <a:latin typeface="Aptos" panose="020B0004020202020204" pitchFamily="34" charset="0"/>
              </a:rPr>
              <a:t>A GPT-2.5 -type decoder-only structure</a:t>
            </a:r>
          </a:p>
          <a:p>
            <a:endParaRPr lang="en-US" sz="2000" dirty="0">
              <a:latin typeface="Aptos" panose="020B0004020202020204" pitchFamily="34" charset="0"/>
            </a:endParaRPr>
          </a:p>
          <a:p>
            <a:pPr marL="0" indent="0">
              <a:buNone/>
            </a:pPr>
            <a:endParaRPr lang="en-US" sz="2400" b="1" dirty="0">
              <a:latin typeface="Aptos" panose="020B0004020202020204" pitchFamily="34" charset="0"/>
            </a:endParaRPr>
          </a:p>
          <a:p>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95113ACB-6D11-187C-E3EF-9D44DEAB093B}"/>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A14EA788-2096-9577-930C-F225A88B4585}"/>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82E76330-B185-C3B5-D5FB-E3C374690A1A}"/>
              </a:ext>
            </a:extLst>
          </p:cNvPr>
          <p:cNvSpPr>
            <a:spLocks noGrp="1"/>
          </p:cNvSpPr>
          <p:nvPr>
            <p:ph type="sldNum" sz="quarter" idx="4"/>
          </p:nvPr>
        </p:nvSpPr>
        <p:spPr/>
        <p:txBody>
          <a:bodyPr/>
          <a:lstStyle/>
          <a:p>
            <a:r>
              <a:rPr lang="en-GB" noProof="0"/>
              <a:t>|  </a:t>
            </a:r>
            <a:fld id="{CDC8994D-33BE-6F4B-918B-78B2D731EB1C}" type="slidenum">
              <a:rPr lang="en-GB" noProof="0" smtClean="0"/>
              <a:pPr/>
              <a:t>7</a:t>
            </a:fld>
            <a:endParaRPr lang="en-GB" noProof="0"/>
          </a:p>
        </p:txBody>
      </p:sp>
      <p:sp>
        <p:nvSpPr>
          <p:cNvPr id="7" name="Arrow: Chevron 6">
            <a:extLst>
              <a:ext uri="{FF2B5EF4-FFF2-40B4-BE49-F238E27FC236}">
                <a16:creationId xmlns:a16="http://schemas.microsoft.com/office/drawing/2014/main" id="{2E4801FD-D7DA-4AE1-B14D-6E4D54934DD1}"/>
              </a:ext>
            </a:extLst>
          </p:cNvPr>
          <p:cNvSpPr/>
          <p:nvPr/>
        </p:nvSpPr>
        <p:spPr>
          <a:xfrm>
            <a:off x="1750142" y="1789465"/>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Data</a:t>
            </a:r>
            <a:endParaRPr lang="en-US" dirty="0">
              <a:solidFill>
                <a:schemeClr val="tx1"/>
              </a:solidFill>
              <a:latin typeface="Aptos" panose="020B0004020202020204" pitchFamily="34" charset="0"/>
            </a:endParaRPr>
          </a:p>
        </p:txBody>
      </p:sp>
      <p:sp>
        <p:nvSpPr>
          <p:cNvPr id="12" name="Arrow: Chevron 11">
            <a:extLst>
              <a:ext uri="{FF2B5EF4-FFF2-40B4-BE49-F238E27FC236}">
                <a16:creationId xmlns:a16="http://schemas.microsoft.com/office/drawing/2014/main" id="{BEADCBE3-6364-81EB-4195-0252715A77DD}"/>
              </a:ext>
            </a:extLst>
          </p:cNvPr>
          <p:cNvSpPr/>
          <p:nvPr/>
        </p:nvSpPr>
        <p:spPr>
          <a:xfrm>
            <a:off x="3338052"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Tokenizer</a:t>
            </a:r>
            <a:endParaRPr lang="en-US" dirty="0">
              <a:solidFill>
                <a:schemeClr val="tx1"/>
              </a:solidFill>
              <a:latin typeface="Aptos" panose="020B0004020202020204" pitchFamily="34" charset="0"/>
            </a:endParaRPr>
          </a:p>
        </p:txBody>
      </p:sp>
      <p:sp>
        <p:nvSpPr>
          <p:cNvPr id="13" name="Arrow: Chevron 12">
            <a:extLst>
              <a:ext uri="{FF2B5EF4-FFF2-40B4-BE49-F238E27FC236}">
                <a16:creationId xmlns:a16="http://schemas.microsoft.com/office/drawing/2014/main" id="{7B8F3FF8-9B22-F314-8682-97B5F7D9612A}"/>
              </a:ext>
            </a:extLst>
          </p:cNvPr>
          <p:cNvSpPr/>
          <p:nvPr/>
        </p:nvSpPr>
        <p:spPr>
          <a:xfrm>
            <a:off x="4938350" y="1789464"/>
            <a:ext cx="1848466" cy="825909"/>
          </a:xfrm>
          <a:prstGeom prst="chevr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ptos" panose="020B0004020202020204" pitchFamily="34" charset="0"/>
              </a:rPr>
              <a:t>Language model</a:t>
            </a:r>
            <a:endParaRPr lang="en-US" b="1" dirty="0">
              <a:solidFill>
                <a:schemeClr val="tx1"/>
              </a:solidFill>
              <a:latin typeface="Aptos" panose="020B0004020202020204" pitchFamily="34" charset="0"/>
            </a:endParaRPr>
          </a:p>
        </p:txBody>
      </p:sp>
      <p:sp>
        <p:nvSpPr>
          <p:cNvPr id="14" name="Arrow: Chevron 13">
            <a:extLst>
              <a:ext uri="{FF2B5EF4-FFF2-40B4-BE49-F238E27FC236}">
                <a16:creationId xmlns:a16="http://schemas.microsoft.com/office/drawing/2014/main" id="{F4F1CD9E-3EB7-7E48-F3A3-F45A23824EAB}"/>
              </a:ext>
            </a:extLst>
          </p:cNvPr>
          <p:cNvSpPr/>
          <p:nvPr/>
        </p:nvSpPr>
        <p:spPr>
          <a:xfrm>
            <a:off x="6538648"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Text generation</a:t>
            </a:r>
            <a:endParaRPr lang="en-US" dirty="0">
              <a:solidFill>
                <a:schemeClr val="tx1"/>
              </a:solidFill>
              <a:latin typeface="Aptos" panose="020B0004020202020204" pitchFamily="34" charset="0"/>
            </a:endParaRPr>
          </a:p>
        </p:txBody>
      </p:sp>
      <p:sp>
        <p:nvSpPr>
          <p:cNvPr id="15" name="Arrow: Chevron 14">
            <a:extLst>
              <a:ext uri="{FF2B5EF4-FFF2-40B4-BE49-F238E27FC236}">
                <a16:creationId xmlns:a16="http://schemas.microsoft.com/office/drawing/2014/main" id="{20443D4F-1A7F-E351-C6A6-CE99321C810E}"/>
              </a:ext>
            </a:extLst>
          </p:cNvPr>
          <p:cNvSpPr/>
          <p:nvPr/>
        </p:nvSpPr>
        <p:spPr>
          <a:xfrm>
            <a:off x="8114170"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Analysis of results</a:t>
            </a:r>
            <a:endParaRPr lang="en-US" dirty="0">
              <a:solidFill>
                <a:schemeClr val="tx1"/>
              </a:solidFill>
              <a:latin typeface="Aptos" panose="020B0004020202020204" pitchFamily="34" charset="0"/>
            </a:endParaRPr>
          </a:p>
        </p:txBody>
      </p:sp>
    </p:spTree>
    <p:extLst>
      <p:ext uri="{BB962C8B-B14F-4D97-AF65-F5344CB8AC3E}">
        <p14:creationId xmlns:p14="http://schemas.microsoft.com/office/powerpoint/2010/main" val="4072254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45267-9192-791B-EB09-2FB7787DF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53960-C10D-513A-303C-09EBCB2CF158}"/>
              </a:ext>
            </a:extLst>
          </p:cNvPr>
          <p:cNvSpPr>
            <a:spLocks noGrp="1"/>
          </p:cNvSpPr>
          <p:nvPr>
            <p:ph type="title"/>
          </p:nvPr>
        </p:nvSpPr>
        <p:spPr/>
        <p:txBody>
          <a:bodyPr/>
          <a:lstStyle/>
          <a:p>
            <a:r>
              <a:rPr lang="en-US" dirty="0">
                <a:latin typeface="Aptos" panose="020B0004020202020204" pitchFamily="34" charset="0"/>
              </a:rPr>
              <a:t>Pipeline – Text generation</a:t>
            </a:r>
          </a:p>
        </p:txBody>
      </p:sp>
      <p:sp>
        <p:nvSpPr>
          <p:cNvPr id="3" name="Content Placeholder 2">
            <a:extLst>
              <a:ext uri="{FF2B5EF4-FFF2-40B4-BE49-F238E27FC236}">
                <a16:creationId xmlns:a16="http://schemas.microsoft.com/office/drawing/2014/main" id="{342D4FF2-F6D9-CF88-D06D-768224E7DF3A}"/>
              </a:ext>
            </a:extLst>
          </p:cNvPr>
          <p:cNvSpPr>
            <a:spLocks noGrp="1"/>
          </p:cNvSpPr>
          <p:nvPr>
            <p:ph idx="1"/>
          </p:nvPr>
        </p:nvSpPr>
        <p:spPr>
          <a:xfrm>
            <a:off x="625033" y="2847495"/>
            <a:ext cx="5011838" cy="3211139"/>
          </a:xfrm>
        </p:spPr>
        <p:txBody>
          <a:bodyPr/>
          <a:lstStyle/>
          <a:p>
            <a:endParaRPr lang="en-US" sz="2000" dirty="0">
              <a:latin typeface="Aptos" panose="020B0004020202020204" pitchFamily="34" charset="0"/>
            </a:endParaRPr>
          </a:p>
          <a:p>
            <a:pPr marL="0" indent="0">
              <a:buNone/>
            </a:pPr>
            <a:r>
              <a:rPr lang="en-US" sz="2400" b="1" dirty="0">
                <a:latin typeface="Aptos" panose="020B0004020202020204" pitchFamily="34" charset="0"/>
              </a:rPr>
              <a:t>Structured text generation</a:t>
            </a:r>
          </a:p>
          <a:p>
            <a:endParaRPr lang="en-US" sz="600" dirty="0">
              <a:latin typeface="Aptos" panose="020B0004020202020204" pitchFamily="34" charset="0"/>
            </a:endParaRPr>
          </a:p>
          <a:p>
            <a:r>
              <a:rPr lang="en-US" sz="2000" dirty="0">
                <a:latin typeface="Aptos" panose="020B0004020202020204" pitchFamily="34" charset="0"/>
              </a:rPr>
              <a:t>Randomized prompt sequences sampled from training data (based on preferred age and style)</a:t>
            </a:r>
          </a:p>
          <a:p>
            <a:r>
              <a:rPr lang="en-US" sz="2000" dirty="0">
                <a:latin typeface="Aptos" panose="020B0004020202020204" pitchFamily="34" charset="0"/>
              </a:rPr>
              <a:t>Top-k sampling from the prediction distribution.</a:t>
            </a:r>
          </a:p>
          <a:p>
            <a:r>
              <a:rPr lang="en-US" sz="2000" dirty="0">
                <a:latin typeface="Aptos" panose="020B0004020202020204" pitchFamily="34" charset="0"/>
              </a:rPr>
              <a:t>De-tokenization</a:t>
            </a:r>
          </a:p>
          <a:p>
            <a:r>
              <a:rPr lang="en-US" sz="2000" dirty="0">
                <a:latin typeface="Aptos" panose="020B0004020202020204" pitchFamily="34" charset="0"/>
              </a:rPr>
              <a:t>Text cleaning step</a:t>
            </a:r>
          </a:p>
          <a:p>
            <a:endParaRPr lang="en-US" sz="2400" b="1" dirty="0">
              <a:latin typeface="Aptos" panose="020B0004020202020204" pitchFamily="34" charset="0"/>
            </a:endParaRPr>
          </a:p>
          <a:p>
            <a:endParaRPr lang="en-US" sz="2400" b="1" dirty="0">
              <a:latin typeface="Aptos" panose="020B0004020202020204" pitchFamily="34" charset="0"/>
            </a:endParaRPr>
          </a:p>
          <a:p>
            <a:endParaRPr lang="en-US" sz="2000" dirty="0">
              <a:latin typeface="Aptos" panose="020B0004020202020204" pitchFamily="34" charset="0"/>
            </a:endParaRPr>
          </a:p>
          <a:p>
            <a:endParaRPr lang="en-US" sz="2000" dirty="0">
              <a:latin typeface="Aptos" panose="020B0004020202020204" pitchFamily="34" charset="0"/>
            </a:endParaRPr>
          </a:p>
          <a:p>
            <a:pPr marL="0" indent="0">
              <a:buNone/>
            </a:pPr>
            <a:endParaRPr lang="en-US" sz="2400" b="1" dirty="0">
              <a:latin typeface="Aptos" panose="020B0004020202020204" pitchFamily="34" charset="0"/>
            </a:endParaRPr>
          </a:p>
          <a:p>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4CBC2877-AE2B-16E3-83A0-15F04B9AE04B}"/>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5D93FB62-EC5E-1D27-8EEA-66A46F7B8611}"/>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97A9538B-9BE4-CF9C-0B12-E54C148DA79A}"/>
              </a:ext>
            </a:extLst>
          </p:cNvPr>
          <p:cNvSpPr>
            <a:spLocks noGrp="1"/>
          </p:cNvSpPr>
          <p:nvPr>
            <p:ph type="sldNum" sz="quarter" idx="4"/>
          </p:nvPr>
        </p:nvSpPr>
        <p:spPr/>
        <p:txBody>
          <a:bodyPr/>
          <a:lstStyle/>
          <a:p>
            <a:r>
              <a:rPr lang="en-GB" noProof="0"/>
              <a:t>|  </a:t>
            </a:r>
            <a:fld id="{CDC8994D-33BE-6F4B-918B-78B2D731EB1C}" type="slidenum">
              <a:rPr lang="en-GB" noProof="0" smtClean="0"/>
              <a:pPr/>
              <a:t>8</a:t>
            </a:fld>
            <a:endParaRPr lang="en-GB" noProof="0"/>
          </a:p>
        </p:txBody>
      </p:sp>
      <p:sp>
        <p:nvSpPr>
          <p:cNvPr id="7" name="Arrow: Chevron 6">
            <a:extLst>
              <a:ext uri="{FF2B5EF4-FFF2-40B4-BE49-F238E27FC236}">
                <a16:creationId xmlns:a16="http://schemas.microsoft.com/office/drawing/2014/main" id="{70ECC71E-180A-AA3E-15DE-F8AE90900B70}"/>
              </a:ext>
            </a:extLst>
          </p:cNvPr>
          <p:cNvSpPr/>
          <p:nvPr/>
        </p:nvSpPr>
        <p:spPr>
          <a:xfrm>
            <a:off x="1750142" y="1789465"/>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Data</a:t>
            </a:r>
            <a:endParaRPr lang="en-US" dirty="0">
              <a:solidFill>
                <a:schemeClr val="tx1"/>
              </a:solidFill>
              <a:latin typeface="Aptos" panose="020B0004020202020204" pitchFamily="34" charset="0"/>
            </a:endParaRPr>
          </a:p>
        </p:txBody>
      </p:sp>
      <p:sp>
        <p:nvSpPr>
          <p:cNvPr id="12" name="Arrow: Chevron 11">
            <a:extLst>
              <a:ext uri="{FF2B5EF4-FFF2-40B4-BE49-F238E27FC236}">
                <a16:creationId xmlns:a16="http://schemas.microsoft.com/office/drawing/2014/main" id="{9C4566A6-9C35-F4D7-B53D-1910083C7157}"/>
              </a:ext>
            </a:extLst>
          </p:cNvPr>
          <p:cNvSpPr/>
          <p:nvPr/>
        </p:nvSpPr>
        <p:spPr>
          <a:xfrm>
            <a:off x="3338052"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Tokenizer</a:t>
            </a:r>
            <a:endParaRPr lang="en-US" dirty="0">
              <a:solidFill>
                <a:schemeClr val="tx1"/>
              </a:solidFill>
              <a:latin typeface="Aptos" panose="020B0004020202020204" pitchFamily="34" charset="0"/>
            </a:endParaRPr>
          </a:p>
        </p:txBody>
      </p:sp>
      <p:sp>
        <p:nvSpPr>
          <p:cNvPr id="13" name="Arrow: Chevron 12">
            <a:extLst>
              <a:ext uri="{FF2B5EF4-FFF2-40B4-BE49-F238E27FC236}">
                <a16:creationId xmlns:a16="http://schemas.microsoft.com/office/drawing/2014/main" id="{8BF3721E-C243-9D46-C701-2B7F5EAC3B8A}"/>
              </a:ext>
            </a:extLst>
          </p:cNvPr>
          <p:cNvSpPr/>
          <p:nvPr/>
        </p:nvSpPr>
        <p:spPr>
          <a:xfrm>
            <a:off x="4938350"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Language model</a:t>
            </a:r>
            <a:endParaRPr lang="en-US" dirty="0">
              <a:solidFill>
                <a:schemeClr val="tx1"/>
              </a:solidFill>
              <a:latin typeface="Aptos" panose="020B0004020202020204" pitchFamily="34" charset="0"/>
            </a:endParaRPr>
          </a:p>
        </p:txBody>
      </p:sp>
      <p:sp>
        <p:nvSpPr>
          <p:cNvPr id="14" name="Arrow: Chevron 13">
            <a:extLst>
              <a:ext uri="{FF2B5EF4-FFF2-40B4-BE49-F238E27FC236}">
                <a16:creationId xmlns:a16="http://schemas.microsoft.com/office/drawing/2014/main" id="{F3BA7301-F394-611D-64B3-40443F718486}"/>
              </a:ext>
            </a:extLst>
          </p:cNvPr>
          <p:cNvSpPr/>
          <p:nvPr/>
        </p:nvSpPr>
        <p:spPr>
          <a:xfrm>
            <a:off x="6538648" y="1789463"/>
            <a:ext cx="1848466" cy="825909"/>
          </a:xfrm>
          <a:prstGeom prst="chevr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1" dirty="0">
                <a:solidFill>
                  <a:schemeClr val="tx1"/>
                </a:solidFill>
                <a:latin typeface="Aptos" panose="020B0004020202020204" pitchFamily="34" charset="0"/>
              </a:rPr>
              <a:t>Text generation</a:t>
            </a:r>
          </a:p>
        </p:txBody>
      </p:sp>
      <p:sp>
        <p:nvSpPr>
          <p:cNvPr id="15" name="Arrow: Chevron 14">
            <a:extLst>
              <a:ext uri="{FF2B5EF4-FFF2-40B4-BE49-F238E27FC236}">
                <a16:creationId xmlns:a16="http://schemas.microsoft.com/office/drawing/2014/main" id="{D1282394-B871-F5A7-AD16-0F7760286A85}"/>
              </a:ext>
            </a:extLst>
          </p:cNvPr>
          <p:cNvSpPr/>
          <p:nvPr/>
        </p:nvSpPr>
        <p:spPr>
          <a:xfrm>
            <a:off x="8114170"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Analysis of results</a:t>
            </a:r>
            <a:endParaRPr lang="en-US" dirty="0">
              <a:solidFill>
                <a:schemeClr val="tx1"/>
              </a:solidFill>
              <a:latin typeface="Aptos" panose="020B0004020202020204" pitchFamily="34" charset="0"/>
            </a:endParaRPr>
          </a:p>
        </p:txBody>
      </p:sp>
      <p:sp>
        <p:nvSpPr>
          <p:cNvPr id="8" name="Rectangle 7">
            <a:extLst>
              <a:ext uri="{FF2B5EF4-FFF2-40B4-BE49-F238E27FC236}">
                <a16:creationId xmlns:a16="http://schemas.microsoft.com/office/drawing/2014/main" id="{5BD6DF18-B461-5D01-C791-16E5CD30C008}"/>
              </a:ext>
            </a:extLst>
          </p:cNvPr>
          <p:cNvSpPr/>
          <p:nvPr/>
        </p:nvSpPr>
        <p:spPr>
          <a:xfrm>
            <a:off x="5892994" y="4041562"/>
            <a:ext cx="369068"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it</a:t>
            </a:r>
          </a:p>
        </p:txBody>
      </p:sp>
      <p:sp>
        <p:nvSpPr>
          <p:cNvPr id="9" name="Rectangle 8">
            <a:extLst>
              <a:ext uri="{FF2B5EF4-FFF2-40B4-BE49-F238E27FC236}">
                <a16:creationId xmlns:a16="http://schemas.microsoft.com/office/drawing/2014/main" id="{77552028-EC9B-2FBC-B478-A027FDF6E99E}"/>
              </a:ext>
            </a:extLst>
          </p:cNvPr>
          <p:cNvSpPr/>
          <p:nvPr/>
        </p:nvSpPr>
        <p:spPr>
          <a:xfrm>
            <a:off x="6360509" y="4041562"/>
            <a:ext cx="369068"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a:t>
            </a:r>
          </a:p>
        </p:txBody>
      </p:sp>
      <p:sp>
        <p:nvSpPr>
          <p:cNvPr id="10" name="Rectangle 9">
            <a:extLst>
              <a:ext uri="{FF2B5EF4-FFF2-40B4-BE49-F238E27FC236}">
                <a16:creationId xmlns:a16="http://schemas.microsoft.com/office/drawing/2014/main" id="{75CFAD19-B23A-049F-07AD-BED240A3AC28}"/>
              </a:ext>
            </a:extLst>
          </p:cNvPr>
          <p:cNvSpPr/>
          <p:nvPr/>
        </p:nvSpPr>
        <p:spPr>
          <a:xfrm>
            <a:off x="6826732" y="4041562"/>
            <a:ext cx="460714"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a:t>
            </a:r>
          </a:p>
        </p:txBody>
      </p:sp>
      <p:sp>
        <p:nvSpPr>
          <p:cNvPr id="20" name="Double Bracket 19">
            <a:extLst>
              <a:ext uri="{FF2B5EF4-FFF2-40B4-BE49-F238E27FC236}">
                <a16:creationId xmlns:a16="http://schemas.microsoft.com/office/drawing/2014/main" id="{21D8123C-BDD0-CF0B-BD7B-28A411C280A1}"/>
              </a:ext>
            </a:extLst>
          </p:cNvPr>
          <p:cNvSpPr/>
          <p:nvPr/>
        </p:nvSpPr>
        <p:spPr>
          <a:xfrm>
            <a:off x="6082214" y="3675371"/>
            <a:ext cx="945834" cy="254015"/>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context</a:t>
            </a:r>
          </a:p>
        </p:txBody>
      </p:sp>
      <p:sp>
        <p:nvSpPr>
          <p:cNvPr id="23" name="Rectangle 22">
            <a:extLst>
              <a:ext uri="{FF2B5EF4-FFF2-40B4-BE49-F238E27FC236}">
                <a16:creationId xmlns:a16="http://schemas.microsoft.com/office/drawing/2014/main" id="{A1715710-AC89-19F2-CC9C-D4DE19821540}"/>
              </a:ext>
            </a:extLst>
          </p:cNvPr>
          <p:cNvSpPr/>
          <p:nvPr/>
        </p:nvSpPr>
        <p:spPr>
          <a:xfrm>
            <a:off x="9345180" y="4894469"/>
            <a:ext cx="1301799" cy="486137"/>
          </a:xfrm>
          <a:prstGeom prst="rect">
            <a:avLst/>
          </a:prstGeom>
          <a:solidFill>
            <a:schemeClr val="accent1">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believable</a:t>
            </a:r>
          </a:p>
        </p:txBody>
      </p:sp>
      <p:sp>
        <p:nvSpPr>
          <p:cNvPr id="24" name="Rectangle 23">
            <a:extLst>
              <a:ext uri="{FF2B5EF4-FFF2-40B4-BE49-F238E27FC236}">
                <a16:creationId xmlns:a16="http://schemas.microsoft.com/office/drawing/2014/main" id="{15948A7D-2CD4-B6EB-B8BA-7143D3185ECB}"/>
              </a:ext>
            </a:extLst>
          </p:cNvPr>
          <p:cNvSpPr/>
          <p:nvPr/>
        </p:nvSpPr>
        <p:spPr>
          <a:xfrm>
            <a:off x="9336774" y="4296831"/>
            <a:ext cx="851024"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notice</a:t>
            </a:r>
          </a:p>
        </p:txBody>
      </p:sp>
      <p:sp>
        <p:nvSpPr>
          <p:cNvPr id="25" name="Rectangle 24">
            <a:extLst>
              <a:ext uri="{FF2B5EF4-FFF2-40B4-BE49-F238E27FC236}">
                <a16:creationId xmlns:a16="http://schemas.microsoft.com/office/drawing/2014/main" id="{E4D7D06A-3877-969B-3A43-51DBFBCF25B4}"/>
              </a:ext>
            </a:extLst>
          </p:cNvPr>
          <p:cNvSpPr/>
          <p:nvPr/>
        </p:nvSpPr>
        <p:spPr>
          <a:xfrm>
            <a:off x="9345181" y="3686318"/>
            <a:ext cx="1062537"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account</a:t>
            </a:r>
          </a:p>
        </p:txBody>
      </p:sp>
      <p:sp>
        <p:nvSpPr>
          <p:cNvPr id="26" name="Rectangle 25">
            <a:extLst>
              <a:ext uri="{FF2B5EF4-FFF2-40B4-BE49-F238E27FC236}">
                <a16:creationId xmlns:a16="http://schemas.microsoft.com/office/drawing/2014/main" id="{F5E11573-6E68-F3C2-5FE9-EED94602ABE7}"/>
              </a:ext>
            </a:extLst>
          </p:cNvPr>
          <p:cNvSpPr/>
          <p:nvPr/>
        </p:nvSpPr>
        <p:spPr>
          <a:xfrm>
            <a:off x="9345182" y="5517857"/>
            <a:ext cx="842616"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a:t>
            </a:r>
          </a:p>
        </p:txBody>
      </p:sp>
      <p:sp>
        <p:nvSpPr>
          <p:cNvPr id="27" name="Double Bracket 26">
            <a:extLst>
              <a:ext uri="{FF2B5EF4-FFF2-40B4-BE49-F238E27FC236}">
                <a16:creationId xmlns:a16="http://schemas.microsoft.com/office/drawing/2014/main" id="{D5763265-67D1-D25A-0318-3F1D30F97985}"/>
              </a:ext>
            </a:extLst>
          </p:cNvPr>
          <p:cNvSpPr/>
          <p:nvPr/>
        </p:nvSpPr>
        <p:spPr>
          <a:xfrm>
            <a:off x="9297640" y="2804237"/>
            <a:ext cx="1157615" cy="734889"/>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Next possible token</a:t>
            </a:r>
          </a:p>
        </p:txBody>
      </p:sp>
      <p:sp>
        <p:nvSpPr>
          <p:cNvPr id="28" name="Double Bracket 27">
            <a:extLst>
              <a:ext uri="{FF2B5EF4-FFF2-40B4-BE49-F238E27FC236}">
                <a16:creationId xmlns:a16="http://schemas.microsoft.com/office/drawing/2014/main" id="{D0D2C142-D732-AC54-7C83-45826557D26F}"/>
              </a:ext>
            </a:extLst>
          </p:cNvPr>
          <p:cNvSpPr/>
          <p:nvPr/>
        </p:nvSpPr>
        <p:spPr>
          <a:xfrm>
            <a:off x="10547442" y="3132108"/>
            <a:ext cx="1383119" cy="254015"/>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Probability</a:t>
            </a:r>
          </a:p>
        </p:txBody>
      </p:sp>
      <p:sp>
        <p:nvSpPr>
          <p:cNvPr id="29" name="Rectangle 28">
            <a:extLst>
              <a:ext uri="{FF2B5EF4-FFF2-40B4-BE49-F238E27FC236}">
                <a16:creationId xmlns:a16="http://schemas.microsoft.com/office/drawing/2014/main" id="{628E1EE0-ECBA-A8AD-2E95-B69D9B482D00}"/>
              </a:ext>
            </a:extLst>
          </p:cNvPr>
          <p:cNvSpPr/>
          <p:nvPr/>
        </p:nvSpPr>
        <p:spPr>
          <a:xfrm>
            <a:off x="10817694" y="3686318"/>
            <a:ext cx="842616"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0.3</a:t>
            </a:r>
          </a:p>
        </p:txBody>
      </p:sp>
      <p:sp>
        <p:nvSpPr>
          <p:cNvPr id="30" name="Rectangle 29">
            <a:extLst>
              <a:ext uri="{FF2B5EF4-FFF2-40B4-BE49-F238E27FC236}">
                <a16:creationId xmlns:a16="http://schemas.microsoft.com/office/drawing/2014/main" id="{015F6820-D775-BECC-2A66-D4E73D52F8B1}"/>
              </a:ext>
            </a:extLst>
          </p:cNvPr>
          <p:cNvSpPr/>
          <p:nvPr/>
        </p:nvSpPr>
        <p:spPr>
          <a:xfrm>
            <a:off x="10821552" y="4296830"/>
            <a:ext cx="842616"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0.2</a:t>
            </a:r>
          </a:p>
        </p:txBody>
      </p:sp>
      <p:sp>
        <p:nvSpPr>
          <p:cNvPr id="31" name="Rectangle 30">
            <a:extLst>
              <a:ext uri="{FF2B5EF4-FFF2-40B4-BE49-F238E27FC236}">
                <a16:creationId xmlns:a16="http://schemas.microsoft.com/office/drawing/2014/main" id="{EFB5B2EC-A851-82CA-82EA-05033AA86DC7}"/>
              </a:ext>
            </a:extLst>
          </p:cNvPr>
          <p:cNvSpPr/>
          <p:nvPr/>
        </p:nvSpPr>
        <p:spPr>
          <a:xfrm>
            <a:off x="10818894" y="4897312"/>
            <a:ext cx="841416" cy="486137"/>
          </a:xfrm>
          <a:prstGeom prst="rect">
            <a:avLst/>
          </a:prstGeom>
          <a:solidFill>
            <a:schemeClr val="accent1">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0.49</a:t>
            </a:r>
          </a:p>
        </p:txBody>
      </p:sp>
      <p:sp>
        <p:nvSpPr>
          <p:cNvPr id="32" name="Rectangle 31">
            <a:extLst>
              <a:ext uri="{FF2B5EF4-FFF2-40B4-BE49-F238E27FC236}">
                <a16:creationId xmlns:a16="http://schemas.microsoft.com/office/drawing/2014/main" id="{A2668C40-285E-9920-A4E8-C2ACF4631029}"/>
              </a:ext>
            </a:extLst>
          </p:cNvPr>
          <p:cNvSpPr/>
          <p:nvPr/>
        </p:nvSpPr>
        <p:spPr>
          <a:xfrm>
            <a:off x="10813984" y="5517856"/>
            <a:ext cx="850184" cy="48613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=0.01</a:t>
            </a:r>
          </a:p>
        </p:txBody>
      </p:sp>
      <p:sp>
        <p:nvSpPr>
          <p:cNvPr id="33" name="Rectangle 32">
            <a:extLst>
              <a:ext uri="{FF2B5EF4-FFF2-40B4-BE49-F238E27FC236}">
                <a16:creationId xmlns:a16="http://schemas.microsoft.com/office/drawing/2014/main" id="{B3EFFE5C-F616-FA99-65C7-15A961507B2F}"/>
              </a:ext>
            </a:extLst>
          </p:cNvPr>
          <p:cNvSpPr/>
          <p:nvPr/>
        </p:nvSpPr>
        <p:spPr>
          <a:xfrm>
            <a:off x="7462881" y="4041562"/>
            <a:ext cx="1062537" cy="48613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4" name="Double Bracket 33">
            <a:extLst>
              <a:ext uri="{FF2B5EF4-FFF2-40B4-BE49-F238E27FC236}">
                <a16:creationId xmlns:a16="http://schemas.microsoft.com/office/drawing/2014/main" id="{C71AFE86-F8F8-4515-4D18-1ECD303DE125}"/>
              </a:ext>
            </a:extLst>
          </p:cNvPr>
          <p:cNvSpPr/>
          <p:nvPr/>
        </p:nvSpPr>
        <p:spPr>
          <a:xfrm>
            <a:off x="7057089" y="4922793"/>
            <a:ext cx="1925660" cy="39060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P(</a:t>
            </a:r>
            <a:r>
              <a:rPr lang="en-US" dirty="0" err="1"/>
              <a:t>token|context</a:t>
            </a:r>
            <a:r>
              <a:rPr lang="en-US" dirty="0"/>
              <a:t>)</a:t>
            </a:r>
          </a:p>
        </p:txBody>
      </p:sp>
      <p:cxnSp>
        <p:nvCxnSpPr>
          <p:cNvPr id="36" name="Straight Arrow Connector 35">
            <a:extLst>
              <a:ext uri="{FF2B5EF4-FFF2-40B4-BE49-F238E27FC236}">
                <a16:creationId xmlns:a16="http://schemas.microsoft.com/office/drawing/2014/main" id="{9CD4955C-6D5F-6915-F348-2188AAC39945}"/>
              </a:ext>
            </a:extLst>
          </p:cNvPr>
          <p:cNvCxnSpPr>
            <a:cxnSpLocks/>
          </p:cNvCxnSpPr>
          <p:nvPr/>
        </p:nvCxnSpPr>
        <p:spPr>
          <a:xfrm flipV="1">
            <a:off x="7983857" y="4613061"/>
            <a:ext cx="1" cy="255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9704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1D992-9BC8-58DB-9230-67D09E98EAD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0D6C674-04B1-235C-AAC0-24DECCE73D8C}"/>
              </a:ext>
            </a:extLst>
          </p:cNvPr>
          <p:cNvPicPr>
            <a:picLocks noChangeAspect="1"/>
          </p:cNvPicPr>
          <p:nvPr/>
        </p:nvPicPr>
        <p:blipFill>
          <a:blip r:embed="rId3"/>
          <a:stretch>
            <a:fillRect/>
          </a:stretch>
        </p:blipFill>
        <p:spPr>
          <a:xfrm>
            <a:off x="3055697" y="3581536"/>
            <a:ext cx="1838580" cy="795448"/>
          </a:xfrm>
          <a:prstGeom prst="rect">
            <a:avLst/>
          </a:prstGeom>
        </p:spPr>
      </p:pic>
      <p:sp>
        <p:nvSpPr>
          <p:cNvPr id="2" name="Title 1">
            <a:extLst>
              <a:ext uri="{FF2B5EF4-FFF2-40B4-BE49-F238E27FC236}">
                <a16:creationId xmlns:a16="http://schemas.microsoft.com/office/drawing/2014/main" id="{5CD82FD0-281E-FB10-473D-6FE9689C0F1E}"/>
              </a:ext>
            </a:extLst>
          </p:cNvPr>
          <p:cNvSpPr>
            <a:spLocks noGrp="1"/>
          </p:cNvSpPr>
          <p:nvPr>
            <p:ph type="title"/>
          </p:nvPr>
        </p:nvSpPr>
        <p:spPr/>
        <p:txBody>
          <a:bodyPr/>
          <a:lstStyle/>
          <a:p>
            <a:r>
              <a:rPr lang="en-US" dirty="0">
                <a:latin typeface="Aptos" panose="020B0004020202020204" pitchFamily="34" charset="0"/>
              </a:rPr>
              <a:t>Pipeline – Analysis of results</a:t>
            </a:r>
          </a:p>
        </p:txBody>
      </p:sp>
      <p:sp>
        <p:nvSpPr>
          <p:cNvPr id="3" name="Content Placeholder 2">
            <a:extLst>
              <a:ext uri="{FF2B5EF4-FFF2-40B4-BE49-F238E27FC236}">
                <a16:creationId xmlns:a16="http://schemas.microsoft.com/office/drawing/2014/main" id="{25B24F97-7028-1C38-AF8C-85555FA36D00}"/>
              </a:ext>
            </a:extLst>
          </p:cNvPr>
          <p:cNvSpPr>
            <a:spLocks noGrp="1"/>
          </p:cNvSpPr>
          <p:nvPr>
            <p:ph idx="1"/>
          </p:nvPr>
        </p:nvSpPr>
        <p:spPr>
          <a:xfrm>
            <a:off x="960699" y="2847495"/>
            <a:ext cx="9894889" cy="3642203"/>
          </a:xfrm>
        </p:spPr>
        <p:txBody>
          <a:bodyPr/>
          <a:lstStyle/>
          <a:p>
            <a:pPr marL="0" indent="0">
              <a:buNone/>
            </a:pPr>
            <a:r>
              <a:rPr lang="en-US" sz="2400" b="1" dirty="0">
                <a:latin typeface="Aptos" panose="020B0004020202020204" pitchFamily="34" charset="0"/>
              </a:rPr>
              <a:t>Lexical and syntactic analysis:</a:t>
            </a:r>
          </a:p>
          <a:p>
            <a:pPr lvl="1"/>
            <a:r>
              <a:rPr lang="en-US" sz="2000" b="1" dirty="0">
                <a:latin typeface="Aptos" panose="020B0004020202020204" pitchFamily="34" charset="0"/>
              </a:rPr>
              <a:t>Type-to-token ratio (TTR) </a:t>
            </a:r>
            <a:r>
              <a:rPr lang="en-US" sz="2000" dirty="0">
                <a:latin typeface="Aptos" panose="020B0004020202020204" pitchFamily="34" charset="0"/>
                <a:hlinkClick r:id="rId4" action="ppaction://hlinksldjump"/>
              </a:rPr>
              <a:t>[6]</a:t>
            </a:r>
            <a:endParaRPr lang="en-US" sz="2000" dirty="0">
              <a:latin typeface="Aptos" panose="020B0004020202020204" pitchFamily="34" charset="0"/>
            </a:endParaRPr>
          </a:p>
          <a:p>
            <a:pPr lvl="1"/>
            <a:endParaRPr lang="en-US" sz="2000" b="1" dirty="0">
              <a:latin typeface="Aptos" panose="020B0004020202020204" pitchFamily="34" charset="0"/>
            </a:endParaRPr>
          </a:p>
          <a:p>
            <a:pPr lvl="1"/>
            <a:endParaRPr lang="en-US" sz="2000" b="1" dirty="0">
              <a:latin typeface="Aptos" panose="020B0004020202020204" pitchFamily="34" charset="0"/>
            </a:endParaRPr>
          </a:p>
          <a:p>
            <a:pPr lvl="1"/>
            <a:r>
              <a:rPr lang="en-US" sz="2000" b="1" dirty="0">
                <a:latin typeface="Aptos" panose="020B0004020202020204" pitchFamily="34" charset="0"/>
              </a:rPr>
              <a:t>LM Perplexity </a:t>
            </a:r>
            <a:r>
              <a:rPr lang="en-US" sz="2000" dirty="0">
                <a:latin typeface="Aptos" panose="020B0004020202020204" pitchFamily="34" charset="0"/>
                <a:hlinkClick r:id="rId4" action="ppaction://hlinksldjump"/>
              </a:rPr>
              <a:t>[7]</a:t>
            </a:r>
            <a:endParaRPr lang="en-US" sz="2000" dirty="0">
              <a:latin typeface="Aptos" panose="020B0004020202020204" pitchFamily="34" charset="0"/>
            </a:endParaRPr>
          </a:p>
          <a:p>
            <a:pPr lvl="1"/>
            <a:endParaRPr lang="en-US" sz="2000" b="1" dirty="0">
              <a:latin typeface="Aptos" panose="020B0004020202020204" pitchFamily="34" charset="0"/>
            </a:endParaRPr>
          </a:p>
          <a:p>
            <a:pPr marL="0" indent="0">
              <a:buNone/>
            </a:pPr>
            <a:br>
              <a:rPr lang="en-US" sz="2000" b="1" dirty="0">
                <a:latin typeface="Aptos" panose="020B0004020202020204" pitchFamily="34" charset="0"/>
              </a:rPr>
            </a:br>
            <a:br>
              <a:rPr lang="en-US" sz="1200" b="1" dirty="0">
                <a:latin typeface="Aptos" panose="020B0004020202020204" pitchFamily="34" charset="0"/>
              </a:rPr>
            </a:br>
            <a:r>
              <a:rPr lang="en-US" sz="2400" b="1" dirty="0">
                <a:latin typeface="Aptos" panose="020B0004020202020204" pitchFamily="34" charset="0"/>
              </a:rPr>
              <a:t>Memorization test </a:t>
            </a:r>
            <a:r>
              <a:rPr lang="en-US" sz="2400" dirty="0">
                <a:latin typeface="Aptos" panose="020B0004020202020204" pitchFamily="34" charset="0"/>
              </a:rPr>
              <a:t>(ensure that new content is generated)</a:t>
            </a:r>
            <a:br>
              <a:rPr lang="en-US" sz="2400" dirty="0">
                <a:latin typeface="Aptos" panose="020B0004020202020204" pitchFamily="34" charset="0"/>
              </a:rPr>
            </a:br>
            <a:br>
              <a:rPr lang="en-US" sz="2400" dirty="0">
                <a:latin typeface="Aptos" panose="020B0004020202020204" pitchFamily="34" charset="0"/>
              </a:rPr>
            </a:br>
            <a:r>
              <a:rPr lang="en-US" sz="2400" b="1" dirty="0">
                <a:latin typeface="Aptos" panose="020B0004020202020204" pitchFamily="34" charset="0"/>
              </a:rPr>
              <a:t>Manual qualitative analysis </a:t>
            </a:r>
            <a:r>
              <a:rPr lang="en-US" sz="2400" dirty="0">
                <a:latin typeface="Aptos" panose="020B0004020202020204" pitchFamily="34" charset="0"/>
              </a:rPr>
              <a:t>(sanity check)</a:t>
            </a:r>
            <a:endParaRPr lang="en-US" sz="2400" b="1" dirty="0">
              <a:latin typeface="Aptos" panose="020B0004020202020204" pitchFamily="34" charset="0"/>
            </a:endParaRPr>
          </a:p>
          <a:p>
            <a:pPr marL="0" indent="0">
              <a:buNone/>
            </a:pPr>
            <a:endParaRPr lang="en-US" sz="2000" dirty="0">
              <a:latin typeface="Aptos" panose="020B0004020202020204" pitchFamily="34" charset="0"/>
            </a:endParaRPr>
          </a:p>
          <a:p>
            <a:endParaRPr lang="en-US" sz="2000" dirty="0">
              <a:latin typeface="Aptos" panose="020B0004020202020204" pitchFamily="34" charset="0"/>
            </a:endParaRPr>
          </a:p>
          <a:p>
            <a:pPr marL="0" indent="0">
              <a:buNone/>
            </a:pPr>
            <a:endParaRPr lang="en-US" sz="2400" b="1" dirty="0">
              <a:latin typeface="Aptos" panose="020B0004020202020204" pitchFamily="34" charset="0"/>
            </a:endParaRPr>
          </a:p>
          <a:p>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3C36D688-F248-EACB-8FDC-3E8B5D72DAA3}"/>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D13A8491-A295-C618-B26C-D432A0A188F5}"/>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24730E9E-0254-4CA1-CE18-76D9286B89AE}"/>
              </a:ext>
            </a:extLst>
          </p:cNvPr>
          <p:cNvSpPr>
            <a:spLocks noGrp="1"/>
          </p:cNvSpPr>
          <p:nvPr>
            <p:ph type="sldNum" sz="quarter" idx="4"/>
          </p:nvPr>
        </p:nvSpPr>
        <p:spPr/>
        <p:txBody>
          <a:bodyPr/>
          <a:lstStyle/>
          <a:p>
            <a:r>
              <a:rPr lang="en-GB" noProof="0"/>
              <a:t>|  </a:t>
            </a:r>
            <a:fld id="{CDC8994D-33BE-6F4B-918B-78B2D731EB1C}" type="slidenum">
              <a:rPr lang="en-GB" noProof="0" smtClean="0"/>
              <a:pPr/>
              <a:t>9</a:t>
            </a:fld>
            <a:endParaRPr lang="en-GB" noProof="0"/>
          </a:p>
        </p:txBody>
      </p:sp>
      <p:sp>
        <p:nvSpPr>
          <p:cNvPr id="7" name="Arrow: Chevron 6">
            <a:extLst>
              <a:ext uri="{FF2B5EF4-FFF2-40B4-BE49-F238E27FC236}">
                <a16:creationId xmlns:a16="http://schemas.microsoft.com/office/drawing/2014/main" id="{C6C0626C-68B7-1B64-C011-F7D728C8FCA3}"/>
              </a:ext>
            </a:extLst>
          </p:cNvPr>
          <p:cNvSpPr/>
          <p:nvPr/>
        </p:nvSpPr>
        <p:spPr>
          <a:xfrm>
            <a:off x="1750142" y="1789465"/>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Data</a:t>
            </a:r>
            <a:endParaRPr lang="en-US" dirty="0">
              <a:solidFill>
                <a:schemeClr val="tx1"/>
              </a:solidFill>
              <a:latin typeface="Aptos" panose="020B0004020202020204" pitchFamily="34" charset="0"/>
            </a:endParaRPr>
          </a:p>
        </p:txBody>
      </p:sp>
      <p:sp>
        <p:nvSpPr>
          <p:cNvPr id="12" name="Arrow: Chevron 11">
            <a:extLst>
              <a:ext uri="{FF2B5EF4-FFF2-40B4-BE49-F238E27FC236}">
                <a16:creationId xmlns:a16="http://schemas.microsoft.com/office/drawing/2014/main" id="{22CE6D3C-0664-DCF9-703E-DFD425ED2082}"/>
              </a:ext>
            </a:extLst>
          </p:cNvPr>
          <p:cNvSpPr/>
          <p:nvPr/>
        </p:nvSpPr>
        <p:spPr>
          <a:xfrm>
            <a:off x="3338052"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Tokenizer</a:t>
            </a:r>
            <a:endParaRPr lang="en-US" dirty="0">
              <a:solidFill>
                <a:schemeClr val="tx1"/>
              </a:solidFill>
              <a:latin typeface="Aptos" panose="020B0004020202020204" pitchFamily="34" charset="0"/>
            </a:endParaRPr>
          </a:p>
        </p:txBody>
      </p:sp>
      <p:sp>
        <p:nvSpPr>
          <p:cNvPr id="13" name="Arrow: Chevron 12">
            <a:extLst>
              <a:ext uri="{FF2B5EF4-FFF2-40B4-BE49-F238E27FC236}">
                <a16:creationId xmlns:a16="http://schemas.microsoft.com/office/drawing/2014/main" id="{CF98B0B0-C82A-AF03-E9CE-745E6CAAD7B5}"/>
              </a:ext>
            </a:extLst>
          </p:cNvPr>
          <p:cNvSpPr/>
          <p:nvPr/>
        </p:nvSpPr>
        <p:spPr>
          <a:xfrm>
            <a:off x="4938350" y="1789464"/>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Language model</a:t>
            </a:r>
            <a:endParaRPr lang="en-US" dirty="0">
              <a:solidFill>
                <a:schemeClr val="tx1"/>
              </a:solidFill>
              <a:latin typeface="Aptos" panose="020B0004020202020204" pitchFamily="34" charset="0"/>
            </a:endParaRPr>
          </a:p>
        </p:txBody>
      </p:sp>
      <p:sp>
        <p:nvSpPr>
          <p:cNvPr id="14" name="Arrow: Chevron 13">
            <a:extLst>
              <a:ext uri="{FF2B5EF4-FFF2-40B4-BE49-F238E27FC236}">
                <a16:creationId xmlns:a16="http://schemas.microsoft.com/office/drawing/2014/main" id="{A7032214-3630-6460-2B46-371B1C9EA9DE}"/>
              </a:ext>
            </a:extLst>
          </p:cNvPr>
          <p:cNvSpPr/>
          <p:nvPr/>
        </p:nvSpPr>
        <p:spPr>
          <a:xfrm>
            <a:off x="6538648" y="1789463"/>
            <a:ext cx="1848466" cy="825909"/>
          </a:xfrm>
          <a:prstGeom prst="chevr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Aptos" panose="020B0004020202020204" pitchFamily="34" charset="0"/>
              </a:rPr>
              <a:t>Text generation</a:t>
            </a:r>
            <a:endParaRPr lang="en-US" dirty="0">
              <a:solidFill>
                <a:schemeClr val="tx1"/>
              </a:solidFill>
              <a:latin typeface="Aptos" panose="020B0004020202020204" pitchFamily="34" charset="0"/>
            </a:endParaRPr>
          </a:p>
        </p:txBody>
      </p:sp>
      <p:sp>
        <p:nvSpPr>
          <p:cNvPr id="15" name="Arrow: Chevron 14">
            <a:extLst>
              <a:ext uri="{FF2B5EF4-FFF2-40B4-BE49-F238E27FC236}">
                <a16:creationId xmlns:a16="http://schemas.microsoft.com/office/drawing/2014/main" id="{0034AD76-508C-44FF-E1B4-5229F114DF48}"/>
              </a:ext>
            </a:extLst>
          </p:cNvPr>
          <p:cNvSpPr/>
          <p:nvPr/>
        </p:nvSpPr>
        <p:spPr>
          <a:xfrm>
            <a:off x="8114170" y="1789463"/>
            <a:ext cx="1848466" cy="825909"/>
          </a:xfrm>
          <a:prstGeom prst="chevro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ptos" panose="020B0004020202020204" pitchFamily="34" charset="0"/>
              </a:rPr>
              <a:t>Analysis of results</a:t>
            </a:r>
            <a:endParaRPr lang="en-US" b="1" dirty="0">
              <a:solidFill>
                <a:schemeClr val="tx1"/>
              </a:solidFill>
              <a:latin typeface="Aptos" panose="020B0004020202020204" pitchFamily="34" charset="0"/>
            </a:endParaRPr>
          </a:p>
        </p:txBody>
      </p:sp>
      <p:sp>
        <p:nvSpPr>
          <p:cNvPr id="8" name="Content Placeholder 2">
            <a:extLst>
              <a:ext uri="{FF2B5EF4-FFF2-40B4-BE49-F238E27FC236}">
                <a16:creationId xmlns:a16="http://schemas.microsoft.com/office/drawing/2014/main" id="{D31A37EE-DDDC-F3EF-F11D-621F5BCBA9C6}"/>
              </a:ext>
            </a:extLst>
          </p:cNvPr>
          <p:cNvSpPr txBox="1">
            <a:spLocks/>
          </p:cNvSpPr>
          <p:nvPr/>
        </p:nvSpPr>
        <p:spPr>
          <a:xfrm>
            <a:off x="6538648" y="2999895"/>
            <a:ext cx="4469340" cy="3443577"/>
          </a:xfrm>
          <a:prstGeom prst="rect">
            <a:avLst/>
          </a:prstGeom>
        </p:spPr>
        <p:txBody>
          <a:bodyPr vert="horz" lIns="91440" tIns="45720" rIns="91440" bIns="45720" rtlCol="0">
            <a:noAutofit/>
          </a:bodyPr>
          <a:lstStyle>
            <a:lvl1pPr marL="180975" indent="-180975" algn="l" defTabSz="914400" rtl="0" eaLnBrk="1" latinLnBrk="0" hangingPunct="1">
              <a:lnSpc>
                <a:spcPct val="90000"/>
              </a:lnSpc>
              <a:spcBef>
                <a:spcPts val="1000"/>
              </a:spcBef>
              <a:buFont typeface="Arial" panose="020B0604020202020204" pitchFamily="34" charset="0"/>
              <a:buChar char="•"/>
              <a:tabLst/>
              <a:defRPr sz="3200" kern="1200">
                <a:solidFill>
                  <a:schemeClr val="tx1"/>
                </a:solidFill>
                <a:latin typeface="+mn-lt"/>
                <a:ea typeface="+mn-ea"/>
                <a:cs typeface="+mn-cs"/>
              </a:defRPr>
            </a:lvl1pPr>
            <a:lvl2pPr marL="488950" indent="-174625" algn="l" defTabSz="914400" rtl="0" eaLnBrk="1" latinLnBrk="0" hangingPunct="1">
              <a:lnSpc>
                <a:spcPct val="90000"/>
              </a:lnSpc>
              <a:spcBef>
                <a:spcPts val="500"/>
              </a:spcBef>
              <a:buFont typeface="Arial" panose="020B0604020202020204" pitchFamily="34" charset="0"/>
              <a:buChar char="•"/>
              <a:tabLst/>
              <a:defRPr sz="2800" kern="1200">
                <a:solidFill>
                  <a:schemeClr val="tx1"/>
                </a:solidFill>
                <a:latin typeface="+mn-lt"/>
                <a:ea typeface="+mn-ea"/>
                <a:cs typeface="+mn-cs"/>
              </a:defRPr>
            </a:lvl2pPr>
            <a:lvl3pPr marL="804863" indent="-133350" algn="l" defTabSz="914400"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3pPr>
            <a:lvl4pPr marL="1155700" indent="-128588"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4pPr>
            <a:lvl5pPr marL="1470025" indent="-133350"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000" b="1" dirty="0">
              <a:latin typeface="Aptos" panose="020B0004020202020204" pitchFamily="34" charset="0"/>
            </a:endParaRPr>
          </a:p>
          <a:p>
            <a:pPr lvl="1"/>
            <a:r>
              <a:rPr lang="en-US" sz="2000" b="1" dirty="0">
                <a:latin typeface="Aptos" panose="020B0004020202020204" pitchFamily="34" charset="0"/>
              </a:rPr>
              <a:t>Utterance length </a:t>
            </a:r>
          </a:p>
          <a:p>
            <a:pPr lvl="1"/>
            <a:r>
              <a:rPr lang="en-US" sz="2000" b="1" dirty="0">
                <a:latin typeface="Aptos" panose="020B0004020202020204" pitchFamily="34" charset="0"/>
              </a:rPr>
              <a:t>Complex sentence rate</a:t>
            </a:r>
          </a:p>
          <a:p>
            <a:pPr lvl="1"/>
            <a:r>
              <a:rPr lang="en-US" sz="2000" b="1" dirty="0">
                <a:latin typeface="Aptos" panose="020B0004020202020204" pitchFamily="34" charset="0"/>
              </a:rPr>
              <a:t>Dependencies per root</a:t>
            </a:r>
          </a:p>
          <a:p>
            <a:pPr lvl="1"/>
            <a:r>
              <a:rPr lang="en-US" sz="2000" b="1" dirty="0">
                <a:latin typeface="Aptos" panose="020B0004020202020204" pitchFamily="34" charset="0"/>
              </a:rPr>
              <a:t>Part-of-speech rates (nouns, verbs, pronouns, adjectives and interjections)</a:t>
            </a:r>
          </a:p>
          <a:p>
            <a:endParaRPr lang="en-US" sz="2000" dirty="0">
              <a:latin typeface="Aptos" panose="020B0004020202020204" pitchFamily="34" charset="0"/>
            </a:endParaRPr>
          </a:p>
          <a:p>
            <a:pPr marL="0" indent="0">
              <a:buFont typeface="Arial" panose="020B0604020202020204" pitchFamily="34" charset="0"/>
              <a:buNone/>
            </a:pPr>
            <a:endParaRPr lang="en-US" sz="2400" b="1" dirty="0">
              <a:latin typeface="Aptos" panose="020B0004020202020204" pitchFamily="34" charset="0"/>
            </a:endParaRPr>
          </a:p>
          <a:p>
            <a:endParaRPr lang="en-US" dirty="0">
              <a:latin typeface="Aptos" panose="020B0004020202020204" pitchFamily="34" charset="0"/>
            </a:endParaRPr>
          </a:p>
        </p:txBody>
      </p:sp>
      <p:pic>
        <p:nvPicPr>
          <p:cNvPr id="16" name="Picture 15">
            <a:extLst>
              <a:ext uri="{FF2B5EF4-FFF2-40B4-BE49-F238E27FC236}">
                <a16:creationId xmlns:a16="http://schemas.microsoft.com/office/drawing/2014/main" id="{2340AE6D-A1EB-6566-EAF6-7FA5D854826E}"/>
              </a:ext>
            </a:extLst>
          </p:cNvPr>
          <p:cNvPicPr>
            <a:picLocks noChangeAspect="1"/>
          </p:cNvPicPr>
          <p:nvPr/>
        </p:nvPicPr>
        <p:blipFill>
          <a:blip r:embed="rId5"/>
          <a:stretch>
            <a:fillRect/>
          </a:stretch>
        </p:blipFill>
        <p:spPr>
          <a:xfrm>
            <a:off x="1821249" y="4608338"/>
            <a:ext cx="3365270" cy="834862"/>
          </a:xfrm>
          <a:prstGeom prst="rect">
            <a:avLst/>
          </a:prstGeom>
        </p:spPr>
      </p:pic>
    </p:spTree>
    <p:extLst>
      <p:ext uri="{BB962C8B-B14F-4D97-AF65-F5344CB8AC3E}">
        <p14:creationId xmlns:p14="http://schemas.microsoft.com/office/powerpoint/2010/main" val="4215156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2F8F7-DB6C-C680-6819-83191036F2C8}"/>
              </a:ext>
            </a:extLst>
          </p:cNvPr>
          <p:cNvSpPr>
            <a:spLocks noGrp="1"/>
          </p:cNvSpPr>
          <p:nvPr>
            <p:ph type="title"/>
          </p:nvPr>
        </p:nvSpPr>
        <p:spPr>
          <a:xfrm>
            <a:off x="410400" y="912584"/>
            <a:ext cx="10321172" cy="532741"/>
          </a:xfrm>
        </p:spPr>
        <p:txBody>
          <a:bodyPr/>
          <a:lstStyle/>
          <a:p>
            <a:r>
              <a:rPr lang="en-US" dirty="0">
                <a:latin typeface="Aptos" panose="020B0004020202020204" pitchFamily="34" charset="0"/>
              </a:rPr>
              <a:t>Pipeline overview</a:t>
            </a:r>
            <a:endParaRPr lang="en-US" dirty="0"/>
          </a:p>
        </p:txBody>
      </p:sp>
      <p:sp>
        <p:nvSpPr>
          <p:cNvPr id="4" name="Footer Placeholder 3">
            <a:extLst>
              <a:ext uri="{FF2B5EF4-FFF2-40B4-BE49-F238E27FC236}">
                <a16:creationId xmlns:a16="http://schemas.microsoft.com/office/drawing/2014/main" id="{BEED386E-EDD9-7D0D-9A5B-90506367543E}"/>
              </a:ext>
            </a:extLst>
          </p:cNvPr>
          <p:cNvSpPr>
            <a:spLocks noGrp="1"/>
          </p:cNvSpPr>
          <p:nvPr>
            <p:ph type="ftr" sz="quarter" idx="3"/>
          </p:nvPr>
        </p:nvSpPr>
        <p:spPr>
          <a:xfrm>
            <a:off x="400568" y="6648240"/>
            <a:ext cx="6653464" cy="209604"/>
          </a:xfrm>
        </p:spPr>
        <p:txBody>
          <a:bodyPr/>
          <a:lstStyle/>
          <a:p>
            <a:endParaRPr lang="en-GB" noProof="0"/>
          </a:p>
        </p:txBody>
      </p:sp>
      <p:sp>
        <p:nvSpPr>
          <p:cNvPr id="119" name="Rectangle 118">
            <a:extLst>
              <a:ext uri="{FF2B5EF4-FFF2-40B4-BE49-F238E27FC236}">
                <a16:creationId xmlns:a16="http://schemas.microsoft.com/office/drawing/2014/main" id="{08224C4C-07EA-0DF8-68CD-79EB406F34E9}"/>
              </a:ext>
            </a:extLst>
          </p:cNvPr>
          <p:cNvSpPr/>
          <p:nvPr/>
        </p:nvSpPr>
        <p:spPr>
          <a:xfrm>
            <a:off x="1825648" y="2639240"/>
            <a:ext cx="3975984" cy="361407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D11BDE1B-BB79-FF26-4873-BBF74564EFE2}"/>
              </a:ext>
            </a:extLst>
          </p:cNvPr>
          <p:cNvSpPr>
            <a:spLocks noGrp="1"/>
          </p:cNvSpPr>
          <p:nvPr>
            <p:ph type="dt" sz="half" idx="2"/>
          </p:nvPr>
        </p:nvSpPr>
        <p:spPr>
          <a:xfrm>
            <a:off x="10845757" y="6648266"/>
            <a:ext cx="752648" cy="209734"/>
          </a:xfrm>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B6F5CF97-F6E2-2EAA-E486-8A35097335D1}"/>
              </a:ext>
            </a:extLst>
          </p:cNvPr>
          <p:cNvSpPr>
            <a:spLocks noGrp="1"/>
          </p:cNvSpPr>
          <p:nvPr>
            <p:ph type="sldNum" sz="quarter" idx="4"/>
          </p:nvPr>
        </p:nvSpPr>
        <p:spPr>
          <a:xfrm>
            <a:off x="11687172" y="6648240"/>
            <a:ext cx="368981" cy="209604"/>
          </a:xfrm>
        </p:spPr>
        <p:txBody>
          <a:bodyPr/>
          <a:lstStyle/>
          <a:p>
            <a:r>
              <a:rPr lang="en-GB" noProof="0"/>
              <a:t>|  </a:t>
            </a:r>
            <a:fld id="{CDC8994D-33BE-6F4B-918B-78B2D731EB1C}" type="slidenum">
              <a:rPr lang="en-GB" noProof="0" smtClean="0"/>
              <a:pPr/>
              <a:t>10</a:t>
            </a:fld>
            <a:endParaRPr lang="en-GB" noProof="0"/>
          </a:p>
        </p:txBody>
      </p:sp>
      <p:sp>
        <p:nvSpPr>
          <p:cNvPr id="11" name="Rectangle 10">
            <a:extLst>
              <a:ext uri="{FF2B5EF4-FFF2-40B4-BE49-F238E27FC236}">
                <a16:creationId xmlns:a16="http://schemas.microsoft.com/office/drawing/2014/main" id="{61B24D63-28A5-3B62-1758-64816C34D354}"/>
              </a:ext>
            </a:extLst>
          </p:cNvPr>
          <p:cNvSpPr/>
          <p:nvPr/>
        </p:nvSpPr>
        <p:spPr>
          <a:xfrm>
            <a:off x="4570312" y="3373311"/>
            <a:ext cx="864077" cy="1233748"/>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LM</a:t>
            </a:r>
          </a:p>
        </p:txBody>
      </p:sp>
      <p:cxnSp>
        <p:nvCxnSpPr>
          <p:cNvPr id="14" name="Connector: Elbow 13">
            <a:extLst>
              <a:ext uri="{FF2B5EF4-FFF2-40B4-BE49-F238E27FC236}">
                <a16:creationId xmlns:a16="http://schemas.microsoft.com/office/drawing/2014/main" id="{D3248DBD-B204-C3E1-6774-D4F511A2478F}"/>
              </a:ext>
            </a:extLst>
          </p:cNvPr>
          <p:cNvCxnSpPr>
            <a:cxnSpLocks/>
            <a:stCxn id="105" idx="3"/>
          </p:cNvCxnSpPr>
          <p:nvPr/>
        </p:nvCxnSpPr>
        <p:spPr>
          <a:xfrm>
            <a:off x="3751529" y="3214185"/>
            <a:ext cx="830789" cy="372851"/>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Cylinder 7">
            <a:extLst>
              <a:ext uri="{FF2B5EF4-FFF2-40B4-BE49-F238E27FC236}">
                <a16:creationId xmlns:a16="http://schemas.microsoft.com/office/drawing/2014/main" id="{B00CEB50-4D24-302B-8E91-0986D4EB5270}"/>
              </a:ext>
            </a:extLst>
          </p:cNvPr>
          <p:cNvSpPr/>
          <p:nvPr/>
        </p:nvSpPr>
        <p:spPr>
          <a:xfrm>
            <a:off x="2448717" y="4395135"/>
            <a:ext cx="1302813" cy="730193"/>
          </a:xfrm>
          <a:prstGeom prst="ca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CBT</a:t>
            </a:r>
          </a:p>
        </p:txBody>
      </p:sp>
      <p:cxnSp>
        <p:nvCxnSpPr>
          <p:cNvPr id="20" name="Straight Arrow Connector 19">
            <a:extLst>
              <a:ext uri="{FF2B5EF4-FFF2-40B4-BE49-F238E27FC236}">
                <a16:creationId xmlns:a16="http://schemas.microsoft.com/office/drawing/2014/main" id="{23B58CF8-29AA-0B6D-72B3-207C888CF573}"/>
              </a:ext>
            </a:extLst>
          </p:cNvPr>
          <p:cNvCxnSpPr>
            <a:cxnSpLocks/>
          </p:cNvCxnSpPr>
          <p:nvPr/>
        </p:nvCxnSpPr>
        <p:spPr>
          <a:xfrm>
            <a:off x="3744022" y="3870924"/>
            <a:ext cx="82338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9" name="Cylinder 8">
            <a:extLst>
              <a:ext uri="{FF2B5EF4-FFF2-40B4-BE49-F238E27FC236}">
                <a16:creationId xmlns:a16="http://schemas.microsoft.com/office/drawing/2014/main" id="{CD942E04-A9C8-E37B-10DB-40418AFD3C66}"/>
              </a:ext>
            </a:extLst>
          </p:cNvPr>
          <p:cNvSpPr/>
          <p:nvPr/>
        </p:nvSpPr>
        <p:spPr>
          <a:xfrm>
            <a:off x="2448717" y="3593813"/>
            <a:ext cx="1302813" cy="730193"/>
          </a:xfrm>
          <a:prstGeom prst="can">
            <a:avLst>
              <a:gd name="adj" fmla="val 25000"/>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700" dirty="0">
                <a:solidFill>
                  <a:schemeClr val="tx1"/>
                </a:solidFill>
              </a:rPr>
              <a:t>CDS</a:t>
            </a:r>
          </a:p>
        </p:txBody>
      </p:sp>
      <p:cxnSp>
        <p:nvCxnSpPr>
          <p:cNvPr id="28" name="Connector: Elbow 27">
            <a:extLst>
              <a:ext uri="{FF2B5EF4-FFF2-40B4-BE49-F238E27FC236}">
                <a16:creationId xmlns:a16="http://schemas.microsoft.com/office/drawing/2014/main" id="{9698749B-B084-D43B-8D4E-B778A4205A83}"/>
              </a:ext>
            </a:extLst>
          </p:cNvPr>
          <p:cNvCxnSpPr>
            <a:cxnSpLocks/>
            <a:stCxn id="8" idx="4"/>
          </p:cNvCxnSpPr>
          <p:nvPr/>
        </p:nvCxnSpPr>
        <p:spPr>
          <a:xfrm flipV="1">
            <a:off x="3751530" y="4038381"/>
            <a:ext cx="830788" cy="721851"/>
          </a:xfrm>
          <a:prstGeom prst="bentConnector3">
            <a:avLst>
              <a:gd name="adj1" fmla="val 35267"/>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2" name="Straight Arrow Connector 91">
            <a:extLst>
              <a:ext uri="{FF2B5EF4-FFF2-40B4-BE49-F238E27FC236}">
                <a16:creationId xmlns:a16="http://schemas.microsoft.com/office/drawing/2014/main" id="{3CADCE76-EA8A-C825-24EA-5314BED85571}"/>
              </a:ext>
            </a:extLst>
          </p:cNvPr>
          <p:cNvCxnSpPr>
            <a:cxnSpLocks/>
          </p:cNvCxnSpPr>
          <p:nvPr/>
        </p:nvCxnSpPr>
        <p:spPr>
          <a:xfrm>
            <a:off x="4179195" y="4381589"/>
            <a:ext cx="39567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18" name="Rectangle 117">
            <a:extLst>
              <a:ext uri="{FF2B5EF4-FFF2-40B4-BE49-F238E27FC236}">
                <a16:creationId xmlns:a16="http://schemas.microsoft.com/office/drawing/2014/main" id="{15A1402A-A42C-4A31-37E8-F7B9AB48408D}"/>
              </a:ext>
            </a:extLst>
          </p:cNvPr>
          <p:cNvSpPr/>
          <p:nvPr/>
        </p:nvSpPr>
        <p:spPr>
          <a:xfrm>
            <a:off x="6304481" y="2639241"/>
            <a:ext cx="3975984" cy="361407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54" name="Rectangle 53">
            <a:extLst>
              <a:ext uri="{FF2B5EF4-FFF2-40B4-BE49-F238E27FC236}">
                <a16:creationId xmlns:a16="http://schemas.microsoft.com/office/drawing/2014/main" id="{BBCEBBDD-EE12-BCB5-33F9-409DE5C9AA32}"/>
              </a:ext>
            </a:extLst>
          </p:cNvPr>
          <p:cNvSpPr/>
          <p:nvPr/>
        </p:nvSpPr>
        <p:spPr>
          <a:xfrm>
            <a:off x="6678377" y="3592163"/>
            <a:ext cx="864077" cy="1249335"/>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LM</a:t>
            </a:r>
          </a:p>
        </p:txBody>
      </p:sp>
      <p:cxnSp>
        <p:nvCxnSpPr>
          <p:cNvPr id="94" name="Straight Connector 93">
            <a:extLst>
              <a:ext uri="{FF2B5EF4-FFF2-40B4-BE49-F238E27FC236}">
                <a16:creationId xmlns:a16="http://schemas.microsoft.com/office/drawing/2014/main" id="{00B7047F-E406-B69E-EC73-D2EC25D759F7}"/>
              </a:ext>
            </a:extLst>
          </p:cNvPr>
          <p:cNvCxnSpPr>
            <a:cxnSpLocks/>
          </p:cNvCxnSpPr>
          <p:nvPr/>
        </p:nvCxnSpPr>
        <p:spPr>
          <a:xfrm>
            <a:off x="4189495" y="4381589"/>
            <a:ext cx="0" cy="1086679"/>
          </a:xfrm>
          <a:prstGeom prst="line">
            <a:avLst/>
          </a:prstGeom>
        </p:spPr>
        <p:style>
          <a:lnRef idx="3">
            <a:schemeClr val="accent1"/>
          </a:lnRef>
          <a:fillRef idx="0">
            <a:schemeClr val="accent1"/>
          </a:fillRef>
          <a:effectRef idx="2">
            <a:schemeClr val="accent1"/>
          </a:effectRef>
          <a:fontRef idx="minor">
            <a:schemeClr val="tx1"/>
          </a:fontRef>
        </p:style>
      </p:cxnSp>
      <p:cxnSp>
        <p:nvCxnSpPr>
          <p:cNvPr id="96" name="Straight Connector 95">
            <a:extLst>
              <a:ext uri="{FF2B5EF4-FFF2-40B4-BE49-F238E27FC236}">
                <a16:creationId xmlns:a16="http://schemas.microsoft.com/office/drawing/2014/main" id="{77A367C2-5C6E-1915-CF3D-F941311A3EE9}"/>
              </a:ext>
            </a:extLst>
          </p:cNvPr>
          <p:cNvCxnSpPr>
            <a:cxnSpLocks/>
          </p:cNvCxnSpPr>
          <p:nvPr/>
        </p:nvCxnSpPr>
        <p:spPr>
          <a:xfrm>
            <a:off x="4233214" y="5277598"/>
            <a:ext cx="16" cy="0"/>
          </a:xfrm>
          <a:prstGeom prst="line">
            <a:avLst/>
          </a:prstGeom>
        </p:spPr>
        <p:style>
          <a:lnRef idx="3">
            <a:schemeClr val="accent1"/>
          </a:lnRef>
          <a:fillRef idx="0">
            <a:schemeClr val="accent1"/>
          </a:fillRef>
          <a:effectRef idx="2">
            <a:schemeClr val="accent1"/>
          </a:effectRef>
          <a:fontRef idx="minor">
            <a:schemeClr val="tx1"/>
          </a:fontRef>
        </p:style>
      </p:cxnSp>
      <p:sp>
        <p:nvSpPr>
          <p:cNvPr id="97" name="Rectangle: Rounded Corners 96">
            <a:extLst>
              <a:ext uri="{FF2B5EF4-FFF2-40B4-BE49-F238E27FC236}">
                <a16:creationId xmlns:a16="http://schemas.microsoft.com/office/drawing/2014/main" id="{680D755A-2022-D263-6650-DFC3E7597B6A}"/>
              </a:ext>
            </a:extLst>
          </p:cNvPr>
          <p:cNvSpPr/>
          <p:nvPr/>
        </p:nvSpPr>
        <p:spPr>
          <a:xfrm>
            <a:off x="6572099" y="5115824"/>
            <a:ext cx="1552086" cy="57383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Simulating factors</a:t>
            </a:r>
          </a:p>
        </p:txBody>
      </p:sp>
      <p:cxnSp>
        <p:nvCxnSpPr>
          <p:cNvPr id="101" name="Straight Arrow Connector 100">
            <a:extLst>
              <a:ext uri="{FF2B5EF4-FFF2-40B4-BE49-F238E27FC236}">
                <a16:creationId xmlns:a16="http://schemas.microsoft.com/office/drawing/2014/main" id="{850D8C1E-F7D3-AB23-04BA-9E3F18B69AF3}"/>
              </a:ext>
            </a:extLst>
          </p:cNvPr>
          <p:cNvCxnSpPr>
            <a:cxnSpLocks/>
          </p:cNvCxnSpPr>
          <p:nvPr/>
        </p:nvCxnSpPr>
        <p:spPr>
          <a:xfrm flipV="1">
            <a:off x="7148576" y="4831153"/>
            <a:ext cx="0" cy="28467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9" name="Straight Arrow Connector 98">
            <a:extLst>
              <a:ext uri="{FF2B5EF4-FFF2-40B4-BE49-F238E27FC236}">
                <a16:creationId xmlns:a16="http://schemas.microsoft.com/office/drawing/2014/main" id="{9CA86A53-1786-E4D8-0C58-BDA80D6701FC}"/>
              </a:ext>
            </a:extLst>
          </p:cNvPr>
          <p:cNvCxnSpPr>
            <a:cxnSpLocks/>
          </p:cNvCxnSpPr>
          <p:nvPr/>
        </p:nvCxnSpPr>
        <p:spPr>
          <a:xfrm>
            <a:off x="5463014" y="4095323"/>
            <a:ext cx="1228788" cy="2195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2" name="Cylinder 101">
            <a:extLst>
              <a:ext uri="{FF2B5EF4-FFF2-40B4-BE49-F238E27FC236}">
                <a16:creationId xmlns:a16="http://schemas.microsoft.com/office/drawing/2014/main" id="{765A1B82-37BC-1D91-308D-7DFCC19E9828}"/>
              </a:ext>
            </a:extLst>
          </p:cNvPr>
          <p:cNvSpPr/>
          <p:nvPr/>
        </p:nvSpPr>
        <p:spPr>
          <a:xfrm>
            <a:off x="8582390" y="4110433"/>
            <a:ext cx="1302813" cy="1249335"/>
          </a:xfrm>
          <a:prstGeom prst="ca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Styled</a:t>
            </a:r>
          </a:p>
          <a:p>
            <a:pPr algn="ctr"/>
            <a:r>
              <a:rPr lang="en-US" dirty="0">
                <a:solidFill>
                  <a:schemeClr val="tx1"/>
                </a:solidFill>
              </a:rPr>
              <a:t>generated CBT</a:t>
            </a:r>
          </a:p>
        </p:txBody>
      </p:sp>
      <p:sp>
        <p:nvSpPr>
          <p:cNvPr id="150" name="Rectangle 149">
            <a:extLst>
              <a:ext uri="{FF2B5EF4-FFF2-40B4-BE49-F238E27FC236}">
                <a16:creationId xmlns:a16="http://schemas.microsoft.com/office/drawing/2014/main" id="{C2E050E7-D97C-7E66-A2AB-397489EB6161}"/>
              </a:ext>
            </a:extLst>
          </p:cNvPr>
          <p:cNvSpPr/>
          <p:nvPr/>
        </p:nvSpPr>
        <p:spPr>
          <a:xfrm>
            <a:off x="4807946" y="191014"/>
            <a:ext cx="4787549" cy="2226717"/>
          </a:xfrm>
          <a:prstGeom prst="rect">
            <a:avLst/>
          </a:prstGeom>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3" name="Cylinder 102">
            <a:extLst>
              <a:ext uri="{FF2B5EF4-FFF2-40B4-BE49-F238E27FC236}">
                <a16:creationId xmlns:a16="http://schemas.microsoft.com/office/drawing/2014/main" id="{8425C0F6-DC6E-F5D9-A051-786B13D1AC60}"/>
              </a:ext>
            </a:extLst>
          </p:cNvPr>
          <p:cNvSpPr/>
          <p:nvPr/>
        </p:nvSpPr>
        <p:spPr>
          <a:xfrm>
            <a:off x="8593065" y="3011701"/>
            <a:ext cx="1302813" cy="1249335"/>
          </a:xfrm>
          <a:prstGeom prst="can">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Styled</a:t>
            </a:r>
          </a:p>
          <a:p>
            <a:pPr algn="ctr"/>
            <a:r>
              <a:rPr lang="en-US" dirty="0">
                <a:solidFill>
                  <a:schemeClr val="tx1"/>
                </a:solidFill>
              </a:rPr>
              <a:t>generated CDS</a:t>
            </a:r>
          </a:p>
        </p:txBody>
      </p:sp>
      <p:sp>
        <p:nvSpPr>
          <p:cNvPr id="106" name="Rectangle: Rounded Corners 105">
            <a:extLst>
              <a:ext uri="{FF2B5EF4-FFF2-40B4-BE49-F238E27FC236}">
                <a16:creationId xmlns:a16="http://schemas.microsoft.com/office/drawing/2014/main" id="{95140FFD-69F0-0623-5F29-34523A47C268}"/>
              </a:ext>
            </a:extLst>
          </p:cNvPr>
          <p:cNvSpPr/>
          <p:nvPr/>
        </p:nvSpPr>
        <p:spPr>
          <a:xfrm>
            <a:off x="2441209" y="5201897"/>
            <a:ext cx="1302813" cy="53274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Styling factor</a:t>
            </a:r>
          </a:p>
        </p:txBody>
      </p:sp>
      <p:sp>
        <p:nvSpPr>
          <p:cNvPr id="105" name="Rectangle: Rounded Corners 104">
            <a:extLst>
              <a:ext uri="{FF2B5EF4-FFF2-40B4-BE49-F238E27FC236}">
                <a16:creationId xmlns:a16="http://schemas.microsoft.com/office/drawing/2014/main" id="{0F7C18B4-6DEC-D8A4-DC9E-A6C75805FF1A}"/>
              </a:ext>
            </a:extLst>
          </p:cNvPr>
          <p:cNvSpPr/>
          <p:nvPr/>
        </p:nvSpPr>
        <p:spPr>
          <a:xfrm>
            <a:off x="2448716" y="2947814"/>
            <a:ext cx="1302813" cy="53274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Age factor</a:t>
            </a:r>
          </a:p>
        </p:txBody>
      </p:sp>
      <p:cxnSp>
        <p:nvCxnSpPr>
          <p:cNvPr id="110" name="Connector: Elbow 109">
            <a:extLst>
              <a:ext uri="{FF2B5EF4-FFF2-40B4-BE49-F238E27FC236}">
                <a16:creationId xmlns:a16="http://schemas.microsoft.com/office/drawing/2014/main" id="{5B8446A2-E505-4457-355A-38FA0F8B2C3C}"/>
              </a:ext>
            </a:extLst>
          </p:cNvPr>
          <p:cNvCxnSpPr>
            <a:cxnSpLocks/>
          </p:cNvCxnSpPr>
          <p:nvPr/>
        </p:nvCxnSpPr>
        <p:spPr>
          <a:xfrm flipV="1">
            <a:off x="7542454" y="3373311"/>
            <a:ext cx="1050611" cy="388712"/>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2" name="Connector: Elbow 111">
            <a:extLst>
              <a:ext uri="{FF2B5EF4-FFF2-40B4-BE49-F238E27FC236}">
                <a16:creationId xmlns:a16="http://schemas.microsoft.com/office/drawing/2014/main" id="{879916B2-F29A-6762-DEDD-ACE53E531F98}"/>
              </a:ext>
            </a:extLst>
          </p:cNvPr>
          <p:cNvCxnSpPr>
            <a:cxnSpLocks/>
            <a:stCxn id="54" idx="3"/>
          </p:cNvCxnSpPr>
          <p:nvPr/>
        </p:nvCxnSpPr>
        <p:spPr>
          <a:xfrm>
            <a:off x="7542454" y="4216831"/>
            <a:ext cx="1039936" cy="340152"/>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120" name="Rectangle 119">
            <a:extLst>
              <a:ext uri="{FF2B5EF4-FFF2-40B4-BE49-F238E27FC236}">
                <a16:creationId xmlns:a16="http://schemas.microsoft.com/office/drawing/2014/main" id="{00567CF8-B57C-6F71-9527-1DF80104CE81}"/>
              </a:ext>
            </a:extLst>
          </p:cNvPr>
          <p:cNvSpPr/>
          <p:nvPr/>
        </p:nvSpPr>
        <p:spPr>
          <a:xfrm>
            <a:off x="1895694" y="5953330"/>
            <a:ext cx="1581331" cy="23234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t>LM training</a:t>
            </a:r>
          </a:p>
        </p:txBody>
      </p:sp>
      <p:sp>
        <p:nvSpPr>
          <p:cNvPr id="121" name="Rectangle 120">
            <a:extLst>
              <a:ext uri="{FF2B5EF4-FFF2-40B4-BE49-F238E27FC236}">
                <a16:creationId xmlns:a16="http://schemas.microsoft.com/office/drawing/2014/main" id="{0F4FDB12-5ABD-6B14-D5D3-E361DBFB1E67}"/>
              </a:ext>
            </a:extLst>
          </p:cNvPr>
          <p:cNvSpPr/>
          <p:nvPr/>
        </p:nvSpPr>
        <p:spPr>
          <a:xfrm>
            <a:off x="8457921" y="5927212"/>
            <a:ext cx="1756031" cy="26140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t>Text generation</a:t>
            </a:r>
          </a:p>
        </p:txBody>
      </p:sp>
      <p:sp>
        <p:nvSpPr>
          <p:cNvPr id="124" name="Rectangle 123">
            <a:extLst>
              <a:ext uri="{FF2B5EF4-FFF2-40B4-BE49-F238E27FC236}">
                <a16:creationId xmlns:a16="http://schemas.microsoft.com/office/drawing/2014/main" id="{E3904188-C576-FAB1-6E38-5A766DC6BC0C}"/>
              </a:ext>
            </a:extLst>
          </p:cNvPr>
          <p:cNvSpPr/>
          <p:nvPr/>
        </p:nvSpPr>
        <p:spPr>
          <a:xfrm>
            <a:off x="5097148" y="783409"/>
            <a:ext cx="1408968" cy="616840"/>
          </a:xfrm>
          <a:prstGeom prst="rect">
            <a:avLst/>
          </a:prstGeom>
          <a:ln>
            <a:solidFill>
              <a:schemeClr val="accent6">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Statistical analysis</a:t>
            </a:r>
          </a:p>
        </p:txBody>
      </p:sp>
      <p:cxnSp>
        <p:nvCxnSpPr>
          <p:cNvPr id="134" name="Straight Connector 133">
            <a:extLst>
              <a:ext uri="{FF2B5EF4-FFF2-40B4-BE49-F238E27FC236}">
                <a16:creationId xmlns:a16="http://schemas.microsoft.com/office/drawing/2014/main" id="{53D464DA-43D0-14EF-4517-517DEE4504CD}"/>
              </a:ext>
            </a:extLst>
          </p:cNvPr>
          <p:cNvCxnSpPr>
            <a:cxnSpLocks/>
            <a:stCxn id="106" idx="3"/>
          </p:cNvCxnSpPr>
          <p:nvPr/>
        </p:nvCxnSpPr>
        <p:spPr>
          <a:xfrm>
            <a:off x="3744022" y="5468268"/>
            <a:ext cx="445473"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40" name="Straight Connector 139">
            <a:extLst>
              <a:ext uri="{FF2B5EF4-FFF2-40B4-BE49-F238E27FC236}">
                <a16:creationId xmlns:a16="http://schemas.microsoft.com/office/drawing/2014/main" id="{2DE09E86-F1AE-AA15-C8B9-A564283003E6}"/>
              </a:ext>
            </a:extLst>
          </p:cNvPr>
          <p:cNvCxnSpPr>
            <a:cxnSpLocks/>
          </p:cNvCxnSpPr>
          <p:nvPr/>
        </p:nvCxnSpPr>
        <p:spPr>
          <a:xfrm flipV="1">
            <a:off x="3756214" y="2124466"/>
            <a:ext cx="2459747" cy="1637557"/>
          </a:xfrm>
          <a:prstGeom prst="line">
            <a:avLst/>
          </a:prstGeom>
        </p:spPr>
        <p:style>
          <a:lnRef idx="3">
            <a:schemeClr val="accent6"/>
          </a:lnRef>
          <a:fillRef idx="0">
            <a:schemeClr val="accent6"/>
          </a:fillRef>
          <a:effectRef idx="2">
            <a:schemeClr val="accent6"/>
          </a:effectRef>
          <a:fontRef idx="minor">
            <a:schemeClr val="tx1"/>
          </a:fontRef>
        </p:style>
      </p:cxnSp>
      <p:cxnSp>
        <p:nvCxnSpPr>
          <p:cNvPr id="143" name="Straight Connector 142">
            <a:extLst>
              <a:ext uri="{FF2B5EF4-FFF2-40B4-BE49-F238E27FC236}">
                <a16:creationId xmlns:a16="http://schemas.microsoft.com/office/drawing/2014/main" id="{11EC0328-81A6-1B81-0430-E25959B34609}"/>
              </a:ext>
            </a:extLst>
          </p:cNvPr>
          <p:cNvCxnSpPr>
            <a:cxnSpLocks/>
            <a:stCxn id="103" idx="1"/>
          </p:cNvCxnSpPr>
          <p:nvPr/>
        </p:nvCxnSpPr>
        <p:spPr>
          <a:xfrm flipH="1" flipV="1">
            <a:off x="6215961" y="2131766"/>
            <a:ext cx="3028511" cy="879935"/>
          </a:xfrm>
          <a:prstGeom prst="line">
            <a:avLst/>
          </a:prstGeom>
        </p:spPr>
        <p:style>
          <a:lnRef idx="3">
            <a:schemeClr val="accent6"/>
          </a:lnRef>
          <a:fillRef idx="0">
            <a:schemeClr val="accent6"/>
          </a:fillRef>
          <a:effectRef idx="2">
            <a:schemeClr val="accent6"/>
          </a:effectRef>
          <a:fontRef idx="minor">
            <a:schemeClr val="tx1"/>
          </a:fontRef>
        </p:style>
      </p:cxnSp>
      <p:cxnSp>
        <p:nvCxnSpPr>
          <p:cNvPr id="146" name="Straight Arrow Connector 145">
            <a:extLst>
              <a:ext uri="{FF2B5EF4-FFF2-40B4-BE49-F238E27FC236}">
                <a16:creationId xmlns:a16="http://schemas.microsoft.com/office/drawing/2014/main" id="{07692A1F-79FA-6050-4001-D43EDFBAAD57}"/>
              </a:ext>
            </a:extLst>
          </p:cNvPr>
          <p:cNvCxnSpPr>
            <a:cxnSpLocks/>
            <a:endCxn id="124" idx="2"/>
          </p:cNvCxnSpPr>
          <p:nvPr/>
        </p:nvCxnSpPr>
        <p:spPr>
          <a:xfrm flipH="1" flipV="1">
            <a:off x="5801632" y="1400249"/>
            <a:ext cx="414329" cy="72421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54" name="Rectangle 153">
            <a:extLst>
              <a:ext uri="{FF2B5EF4-FFF2-40B4-BE49-F238E27FC236}">
                <a16:creationId xmlns:a16="http://schemas.microsoft.com/office/drawing/2014/main" id="{F18DF27B-DFFD-2801-975D-600B8C79A9CD}"/>
              </a:ext>
            </a:extLst>
          </p:cNvPr>
          <p:cNvSpPr/>
          <p:nvPr/>
        </p:nvSpPr>
        <p:spPr>
          <a:xfrm>
            <a:off x="4890337" y="292710"/>
            <a:ext cx="1756031" cy="261405"/>
          </a:xfrm>
          <a:prstGeom prst="rect">
            <a:avLst/>
          </a:prstGeom>
          <a:noFill/>
          <a:ln w="9525" cap="flat" cmpd="sng" algn="ctr">
            <a:solidFill>
              <a:schemeClr val="accent6">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dirty="0">
                <a:solidFill>
                  <a:schemeClr val="accent6">
                    <a:lumMod val="50000"/>
                  </a:schemeClr>
                </a:solidFill>
              </a:rPr>
              <a:t>Analysis</a:t>
            </a:r>
          </a:p>
        </p:txBody>
      </p:sp>
      <p:cxnSp>
        <p:nvCxnSpPr>
          <p:cNvPr id="159" name="Straight Arrow Connector 158">
            <a:extLst>
              <a:ext uri="{FF2B5EF4-FFF2-40B4-BE49-F238E27FC236}">
                <a16:creationId xmlns:a16="http://schemas.microsoft.com/office/drawing/2014/main" id="{A8B7E664-6994-D2D0-D37B-D7DE91AF6294}"/>
              </a:ext>
            </a:extLst>
          </p:cNvPr>
          <p:cNvCxnSpPr>
            <a:cxnSpLocks/>
          </p:cNvCxnSpPr>
          <p:nvPr/>
        </p:nvCxnSpPr>
        <p:spPr>
          <a:xfrm flipV="1">
            <a:off x="6215961" y="1080792"/>
            <a:ext cx="1132181" cy="104367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62" name="Rectangle 161">
            <a:extLst>
              <a:ext uri="{FF2B5EF4-FFF2-40B4-BE49-F238E27FC236}">
                <a16:creationId xmlns:a16="http://schemas.microsoft.com/office/drawing/2014/main" id="{CFA45798-A970-C4F5-544E-DE4EB7E50417}"/>
              </a:ext>
            </a:extLst>
          </p:cNvPr>
          <p:cNvSpPr/>
          <p:nvPr/>
        </p:nvSpPr>
        <p:spPr>
          <a:xfrm>
            <a:off x="7762470" y="1376038"/>
            <a:ext cx="1601621" cy="978688"/>
          </a:xfrm>
          <a:prstGeom prst="rect">
            <a:avLst/>
          </a:prstGeom>
          <a:ln>
            <a:solidFill>
              <a:schemeClr val="accent6">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800" dirty="0">
                <a:latin typeface="+mj-lt"/>
              </a:rPr>
              <a:t>Manual qualitative analysis</a:t>
            </a:r>
            <a:endParaRPr lang="en-US" dirty="0">
              <a:latin typeface="+mj-lt"/>
            </a:endParaRPr>
          </a:p>
        </p:txBody>
      </p:sp>
      <p:sp>
        <p:nvSpPr>
          <p:cNvPr id="164" name="Rectangle 163">
            <a:extLst>
              <a:ext uri="{FF2B5EF4-FFF2-40B4-BE49-F238E27FC236}">
                <a16:creationId xmlns:a16="http://schemas.microsoft.com/office/drawing/2014/main" id="{95AAFD02-73FE-AA1C-ECB5-8B35C7B36368}"/>
              </a:ext>
            </a:extLst>
          </p:cNvPr>
          <p:cNvSpPr/>
          <p:nvPr/>
        </p:nvSpPr>
        <p:spPr>
          <a:xfrm>
            <a:off x="6994807" y="372955"/>
            <a:ext cx="1601622" cy="704187"/>
          </a:xfrm>
          <a:prstGeom prst="rect">
            <a:avLst/>
          </a:prstGeom>
          <a:ln>
            <a:solidFill>
              <a:schemeClr val="accent6">
                <a:lumMod val="50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Memorization test</a:t>
            </a:r>
          </a:p>
        </p:txBody>
      </p:sp>
      <p:cxnSp>
        <p:nvCxnSpPr>
          <p:cNvPr id="168" name="Straight Arrow Connector 167">
            <a:extLst>
              <a:ext uri="{FF2B5EF4-FFF2-40B4-BE49-F238E27FC236}">
                <a16:creationId xmlns:a16="http://schemas.microsoft.com/office/drawing/2014/main" id="{7A0756C7-F219-06A4-FB1E-8B9E99759B84}"/>
              </a:ext>
            </a:extLst>
          </p:cNvPr>
          <p:cNvCxnSpPr>
            <a:cxnSpLocks/>
          </p:cNvCxnSpPr>
          <p:nvPr/>
        </p:nvCxnSpPr>
        <p:spPr>
          <a:xfrm flipV="1">
            <a:off x="6215961" y="1777807"/>
            <a:ext cx="1576293" cy="34665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522437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97E6D-64DF-93C8-6D01-A4AD944A0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51ECC-658A-BC73-CD8E-526B5945E444}"/>
              </a:ext>
            </a:extLst>
          </p:cNvPr>
          <p:cNvSpPr>
            <a:spLocks noGrp="1"/>
          </p:cNvSpPr>
          <p:nvPr>
            <p:ph type="title"/>
          </p:nvPr>
        </p:nvSpPr>
        <p:spPr/>
        <p:txBody>
          <a:bodyPr/>
          <a:lstStyle/>
          <a:p>
            <a:r>
              <a:rPr lang="en-US" dirty="0">
                <a:latin typeface="Aptos" panose="020B0004020202020204" pitchFamily="34" charset="0"/>
              </a:rPr>
              <a:t>Pipeline – Incorporating style conditioning  </a:t>
            </a:r>
            <a:endParaRPr lang="en-US" dirty="0"/>
          </a:p>
        </p:txBody>
      </p:sp>
      <p:sp>
        <p:nvSpPr>
          <p:cNvPr id="3" name="Content Placeholder 2">
            <a:extLst>
              <a:ext uri="{FF2B5EF4-FFF2-40B4-BE49-F238E27FC236}">
                <a16:creationId xmlns:a16="http://schemas.microsoft.com/office/drawing/2014/main" id="{4B73F480-08F3-3CBE-FBA8-11C88F87CADD}"/>
              </a:ext>
            </a:extLst>
          </p:cNvPr>
          <p:cNvSpPr>
            <a:spLocks noGrp="1"/>
          </p:cNvSpPr>
          <p:nvPr>
            <p:ph idx="1"/>
          </p:nvPr>
        </p:nvSpPr>
        <p:spPr>
          <a:xfrm>
            <a:off x="679167" y="1557339"/>
            <a:ext cx="4768509" cy="5093831"/>
          </a:xfrm>
        </p:spPr>
        <p:txBody>
          <a:bodyPr/>
          <a:lstStyle/>
          <a:p>
            <a:pPr marL="0" indent="0">
              <a:lnSpc>
                <a:spcPct val="100000"/>
              </a:lnSpc>
              <a:buNone/>
            </a:pPr>
            <a:r>
              <a:rPr lang="en-US" sz="2000" dirty="0">
                <a:latin typeface="Aptos" panose="020B0004020202020204" pitchFamily="34" charset="0"/>
              </a:rPr>
              <a:t>Need to choose whether CDS or CBT is generated. To the right is the data structure of </a:t>
            </a:r>
            <a:r>
              <a:rPr lang="en-US" sz="2000" dirty="0">
                <a:latin typeface="Aptos" panose="020B0004020202020204" pitchFamily="34" charset="0"/>
                <a:cs typeface="Arial" panose="020B0604020202020204" pitchFamily="34" charset="0"/>
              </a:rPr>
              <a:t>Räsänen &amp; </a:t>
            </a:r>
            <a:r>
              <a:rPr lang="en-US" sz="2000" dirty="0" err="1">
                <a:latin typeface="Aptos" panose="020B0004020202020204" pitchFamily="34" charset="0"/>
                <a:cs typeface="Arial" panose="020B0604020202020204" pitchFamily="34" charset="0"/>
              </a:rPr>
              <a:t>Kocharov</a:t>
            </a:r>
            <a:r>
              <a:rPr lang="en-US" sz="2000" dirty="0">
                <a:latin typeface="Aptos" panose="020B0004020202020204" pitchFamily="34" charset="0"/>
                <a:cs typeface="Arial" panose="020B0604020202020204" pitchFamily="34" charset="0"/>
              </a:rPr>
              <a:t> (2024)</a:t>
            </a:r>
            <a:r>
              <a:rPr lang="en-US" sz="2000" dirty="0">
                <a:latin typeface="Aptos" panose="020B0004020202020204" pitchFamily="34" charset="0"/>
                <a:cs typeface="Arial" panose="020B0604020202020204" pitchFamily="34" charset="0"/>
                <a:hlinkClick r:id="rId3" action="ppaction://hlinksldjump"/>
              </a:rPr>
              <a:t>[1]</a:t>
            </a:r>
            <a:r>
              <a:rPr lang="en-US" sz="2000" dirty="0">
                <a:latin typeface="Aptos" panose="020B0004020202020204" pitchFamily="34" charset="0"/>
                <a:cs typeface="Arial" panose="020B0604020202020204" pitchFamily="34" charset="0"/>
              </a:rPr>
              <a:t>: </a:t>
            </a:r>
            <a:endParaRPr lang="en-US" sz="2000" dirty="0">
              <a:latin typeface="Aptos" panose="020B0004020202020204" pitchFamily="34" charset="0"/>
            </a:endParaRPr>
          </a:p>
          <a:p>
            <a:pPr marL="0" indent="0">
              <a:lnSpc>
                <a:spcPct val="100000"/>
              </a:lnSpc>
              <a:buNone/>
            </a:pPr>
            <a:r>
              <a:rPr lang="en-US" sz="2000" b="1" dirty="0">
                <a:latin typeface="Aptos" panose="020B0004020202020204" pitchFamily="34" charset="0"/>
              </a:rPr>
              <a:t>Compared approaches:</a:t>
            </a:r>
          </a:p>
          <a:p>
            <a:pPr>
              <a:lnSpc>
                <a:spcPct val="100000"/>
              </a:lnSpc>
            </a:pPr>
            <a:r>
              <a:rPr lang="en-US" sz="2000" b="1" dirty="0">
                <a:latin typeface="Aptos" panose="020B0004020202020204" pitchFamily="34" charset="0"/>
              </a:rPr>
              <a:t>S1: </a:t>
            </a:r>
            <a:r>
              <a:rPr lang="en-US" sz="2000" dirty="0">
                <a:latin typeface="Aptos" panose="020B0004020202020204" pitchFamily="34" charset="0"/>
              </a:rPr>
              <a:t>Add a special style token (”special word”) in front of each text input.</a:t>
            </a:r>
            <a:endParaRPr lang="en-US" sz="600" dirty="0">
              <a:latin typeface="Aptos" panose="020B0004020202020204" pitchFamily="34" charset="0"/>
            </a:endParaRPr>
          </a:p>
          <a:p>
            <a:pPr>
              <a:lnSpc>
                <a:spcPct val="100000"/>
              </a:lnSpc>
            </a:pPr>
            <a:r>
              <a:rPr lang="en-US" sz="2000" b="1" dirty="0">
                <a:latin typeface="Aptos" panose="020B0004020202020204" pitchFamily="34" charset="0"/>
              </a:rPr>
              <a:t>S2: </a:t>
            </a:r>
            <a:r>
              <a:rPr lang="en-US" sz="2000" dirty="0">
                <a:latin typeface="Aptos" panose="020B0004020202020204" pitchFamily="34" charset="0"/>
              </a:rPr>
              <a:t>Use a separate model input for style (0/1), mapped to an embedding with a learnable layer, and concatenated in front of word token embeddings.</a:t>
            </a:r>
            <a:endParaRPr lang="en-US" sz="500" dirty="0">
              <a:latin typeface="Aptos" panose="020B0004020202020204" pitchFamily="34" charset="0"/>
            </a:endParaRPr>
          </a:p>
          <a:p>
            <a:pPr>
              <a:lnSpc>
                <a:spcPct val="100000"/>
              </a:lnSpc>
            </a:pPr>
            <a:r>
              <a:rPr lang="en-US" sz="2000" b="1" dirty="0">
                <a:latin typeface="Aptos" panose="020B0004020202020204" pitchFamily="34" charset="0"/>
              </a:rPr>
              <a:t>S3: </a:t>
            </a:r>
            <a:r>
              <a:rPr lang="en-US" sz="2000" dirty="0">
                <a:latin typeface="Aptos" panose="020B0004020202020204" pitchFamily="34" charset="0"/>
              </a:rPr>
              <a:t>Combine style information with age-conditioning by using unused age bin for the books.</a:t>
            </a:r>
          </a:p>
        </p:txBody>
      </p:sp>
      <p:sp>
        <p:nvSpPr>
          <p:cNvPr id="4" name="Footer Placeholder 3">
            <a:extLst>
              <a:ext uri="{FF2B5EF4-FFF2-40B4-BE49-F238E27FC236}">
                <a16:creationId xmlns:a16="http://schemas.microsoft.com/office/drawing/2014/main" id="{2CD36ADE-653E-EC98-5FCF-13DB6ED0923B}"/>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A5A2868E-25BD-FF30-953F-AD313E3557E3}"/>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4F0C7E73-3E5F-85B6-EF70-A64DB293634D}"/>
              </a:ext>
            </a:extLst>
          </p:cNvPr>
          <p:cNvSpPr>
            <a:spLocks noGrp="1"/>
          </p:cNvSpPr>
          <p:nvPr>
            <p:ph type="sldNum" sz="quarter" idx="4"/>
          </p:nvPr>
        </p:nvSpPr>
        <p:spPr/>
        <p:txBody>
          <a:bodyPr/>
          <a:lstStyle/>
          <a:p>
            <a:r>
              <a:rPr lang="en-GB" noProof="0"/>
              <a:t>|  </a:t>
            </a:r>
            <a:fld id="{CDC8994D-33BE-6F4B-918B-78B2D731EB1C}" type="slidenum">
              <a:rPr lang="en-GB" noProof="0" smtClean="0"/>
              <a:pPr/>
              <a:t>11</a:t>
            </a:fld>
            <a:endParaRPr lang="en-GB" noProof="0"/>
          </a:p>
        </p:txBody>
      </p:sp>
      <p:sp>
        <p:nvSpPr>
          <p:cNvPr id="8" name="Rectangle 7">
            <a:extLst>
              <a:ext uri="{FF2B5EF4-FFF2-40B4-BE49-F238E27FC236}">
                <a16:creationId xmlns:a16="http://schemas.microsoft.com/office/drawing/2014/main" id="{84D6AFFD-5CF8-520D-C076-BBC5E92B57CC}"/>
              </a:ext>
            </a:extLst>
          </p:cNvPr>
          <p:cNvSpPr/>
          <p:nvPr/>
        </p:nvSpPr>
        <p:spPr>
          <a:xfrm>
            <a:off x="774680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E0029E-4DA4-B381-DB76-04ACB45371F1}"/>
              </a:ext>
            </a:extLst>
          </p:cNvPr>
          <p:cNvSpPr/>
          <p:nvPr/>
        </p:nvSpPr>
        <p:spPr>
          <a:xfrm>
            <a:off x="78432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BC00A7-CD0E-FD57-B3CA-907D4E385B2F}"/>
              </a:ext>
            </a:extLst>
          </p:cNvPr>
          <p:cNvSpPr/>
          <p:nvPr/>
        </p:nvSpPr>
        <p:spPr>
          <a:xfrm>
            <a:off x="794743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2F41574-4FF3-B9C6-EDE1-5935D14782D0}"/>
              </a:ext>
            </a:extLst>
          </p:cNvPr>
          <p:cNvSpPr/>
          <p:nvPr/>
        </p:nvSpPr>
        <p:spPr>
          <a:xfrm>
            <a:off x="80438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0E9DC21-EAEC-F5F6-137F-67E3798823BC}"/>
              </a:ext>
            </a:extLst>
          </p:cNvPr>
          <p:cNvSpPr/>
          <p:nvPr/>
        </p:nvSpPr>
        <p:spPr>
          <a:xfrm>
            <a:off x="81480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3119831-949C-9AD8-B620-6C62E02965BA}"/>
              </a:ext>
            </a:extLst>
          </p:cNvPr>
          <p:cNvSpPr/>
          <p:nvPr/>
        </p:nvSpPr>
        <p:spPr>
          <a:xfrm>
            <a:off x="824451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69E248E-1633-109B-43CD-4A5F9A1D855F}"/>
              </a:ext>
            </a:extLst>
          </p:cNvPr>
          <p:cNvSpPr/>
          <p:nvPr/>
        </p:nvSpPr>
        <p:spPr>
          <a:xfrm>
            <a:off x="83486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6962F7-11F9-07F0-DB25-A9ED9A6114C3}"/>
              </a:ext>
            </a:extLst>
          </p:cNvPr>
          <p:cNvSpPr/>
          <p:nvPr/>
        </p:nvSpPr>
        <p:spPr>
          <a:xfrm>
            <a:off x="844514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9227618-5925-FBF2-6404-3AE19967CD3C}"/>
              </a:ext>
            </a:extLst>
          </p:cNvPr>
          <p:cNvSpPr/>
          <p:nvPr/>
        </p:nvSpPr>
        <p:spPr>
          <a:xfrm>
            <a:off x="854546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5D73EC3-2A86-6B57-6A7A-85D50C93B799}"/>
              </a:ext>
            </a:extLst>
          </p:cNvPr>
          <p:cNvSpPr/>
          <p:nvPr/>
        </p:nvSpPr>
        <p:spPr>
          <a:xfrm>
            <a:off x="86419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BA4388-7F93-A1E7-37BA-06A9AE56DDDE}"/>
              </a:ext>
            </a:extLst>
          </p:cNvPr>
          <p:cNvSpPr/>
          <p:nvPr/>
        </p:nvSpPr>
        <p:spPr>
          <a:xfrm>
            <a:off x="874609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BD69076-DBE2-488A-5FA5-89BEB4855B18}"/>
              </a:ext>
            </a:extLst>
          </p:cNvPr>
          <p:cNvSpPr/>
          <p:nvPr/>
        </p:nvSpPr>
        <p:spPr>
          <a:xfrm>
            <a:off x="88425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626DF69-161D-458E-BA57-29D29098D3CE}"/>
              </a:ext>
            </a:extLst>
          </p:cNvPr>
          <p:cNvSpPr/>
          <p:nvPr/>
        </p:nvSpPr>
        <p:spPr>
          <a:xfrm>
            <a:off x="89467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00D54B-1CEF-48DC-B40A-6FA3DF07F22F}"/>
              </a:ext>
            </a:extLst>
          </p:cNvPr>
          <p:cNvSpPr/>
          <p:nvPr/>
        </p:nvSpPr>
        <p:spPr>
          <a:xfrm>
            <a:off x="904317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B5FB948-1946-BA16-BF58-5B248BE2F7BA}"/>
              </a:ext>
            </a:extLst>
          </p:cNvPr>
          <p:cNvSpPr/>
          <p:nvPr/>
        </p:nvSpPr>
        <p:spPr>
          <a:xfrm>
            <a:off x="91473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D598261-A5FE-F065-166A-33400200DC56}"/>
              </a:ext>
            </a:extLst>
          </p:cNvPr>
          <p:cNvSpPr/>
          <p:nvPr/>
        </p:nvSpPr>
        <p:spPr>
          <a:xfrm>
            <a:off x="924380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F2978FE-4D9C-0179-FEF7-1DCFE2606D3B}"/>
              </a:ext>
            </a:extLst>
          </p:cNvPr>
          <p:cNvSpPr/>
          <p:nvPr/>
        </p:nvSpPr>
        <p:spPr>
          <a:xfrm>
            <a:off x="931711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FAA24F8-DE8E-839D-51A3-A3A58178EA1D}"/>
              </a:ext>
            </a:extLst>
          </p:cNvPr>
          <p:cNvSpPr/>
          <p:nvPr/>
        </p:nvSpPr>
        <p:spPr>
          <a:xfrm>
            <a:off x="94135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82AC4D4-ABCF-5435-8A9A-6764A3D32D7A}"/>
              </a:ext>
            </a:extLst>
          </p:cNvPr>
          <p:cNvSpPr/>
          <p:nvPr/>
        </p:nvSpPr>
        <p:spPr>
          <a:xfrm>
            <a:off x="951774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1B199A6-83BC-A694-C49B-A9BDDE6B5577}"/>
              </a:ext>
            </a:extLst>
          </p:cNvPr>
          <p:cNvSpPr/>
          <p:nvPr/>
        </p:nvSpPr>
        <p:spPr>
          <a:xfrm>
            <a:off x="96141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DFC6BBB-6757-3DF6-55D8-304E321B1DA3}"/>
              </a:ext>
            </a:extLst>
          </p:cNvPr>
          <p:cNvSpPr/>
          <p:nvPr/>
        </p:nvSpPr>
        <p:spPr>
          <a:xfrm>
            <a:off x="97183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9211E78-8351-284D-6B2D-8D864231F8F4}"/>
              </a:ext>
            </a:extLst>
          </p:cNvPr>
          <p:cNvSpPr/>
          <p:nvPr/>
        </p:nvSpPr>
        <p:spPr>
          <a:xfrm>
            <a:off x="981482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A09AFBD-C152-B03D-F44C-ECD0DD069987}"/>
              </a:ext>
            </a:extLst>
          </p:cNvPr>
          <p:cNvSpPr/>
          <p:nvPr/>
        </p:nvSpPr>
        <p:spPr>
          <a:xfrm>
            <a:off x="99189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813868B-6C7D-9672-EE9A-33D31B755ED8}"/>
              </a:ext>
            </a:extLst>
          </p:cNvPr>
          <p:cNvSpPr/>
          <p:nvPr/>
        </p:nvSpPr>
        <p:spPr>
          <a:xfrm>
            <a:off x="1001545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E212A1A-192A-9A97-F434-D3E1D16499F5}"/>
              </a:ext>
            </a:extLst>
          </p:cNvPr>
          <p:cNvSpPr/>
          <p:nvPr/>
        </p:nvSpPr>
        <p:spPr>
          <a:xfrm>
            <a:off x="1011577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437AE603-319C-8C7B-23AC-7940717B9FCD}"/>
              </a:ext>
            </a:extLst>
          </p:cNvPr>
          <p:cNvSpPr/>
          <p:nvPr/>
        </p:nvSpPr>
        <p:spPr>
          <a:xfrm>
            <a:off x="102122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C9D2B00-901B-676C-E566-7AE4903B3D15}"/>
              </a:ext>
            </a:extLst>
          </p:cNvPr>
          <p:cNvSpPr/>
          <p:nvPr/>
        </p:nvSpPr>
        <p:spPr>
          <a:xfrm>
            <a:off x="1031639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3284BC3-64E3-206A-3968-8E40C422962B}"/>
              </a:ext>
            </a:extLst>
          </p:cNvPr>
          <p:cNvSpPr/>
          <p:nvPr/>
        </p:nvSpPr>
        <p:spPr>
          <a:xfrm>
            <a:off x="104128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3C39BC6-2E22-D18F-F93D-ED5F7A9D8910}"/>
              </a:ext>
            </a:extLst>
          </p:cNvPr>
          <p:cNvSpPr/>
          <p:nvPr/>
        </p:nvSpPr>
        <p:spPr>
          <a:xfrm>
            <a:off x="105170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0CBA264-D932-9BA3-ABFD-8BAD61B2D3B7}"/>
              </a:ext>
            </a:extLst>
          </p:cNvPr>
          <p:cNvSpPr/>
          <p:nvPr/>
        </p:nvSpPr>
        <p:spPr>
          <a:xfrm>
            <a:off x="1061348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815946-6E9E-211C-EC41-945F39866EA3}"/>
              </a:ext>
            </a:extLst>
          </p:cNvPr>
          <p:cNvSpPr/>
          <p:nvPr/>
        </p:nvSpPr>
        <p:spPr>
          <a:xfrm>
            <a:off x="107176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6EFE967-022F-4A5B-9735-EF5C974FC068}"/>
              </a:ext>
            </a:extLst>
          </p:cNvPr>
          <p:cNvSpPr/>
          <p:nvPr/>
        </p:nvSpPr>
        <p:spPr>
          <a:xfrm>
            <a:off x="1081411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EC6CD82-F02F-6E62-9CD0-07C1BB19552F}"/>
              </a:ext>
            </a:extLst>
          </p:cNvPr>
          <p:cNvSpPr/>
          <p:nvPr/>
        </p:nvSpPr>
        <p:spPr>
          <a:xfrm>
            <a:off x="7746805" y="3972258"/>
            <a:ext cx="3179195" cy="21716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Embedding layer</a:t>
            </a:r>
          </a:p>
        </p:txBody>
      </p:sp>
      <p:sp>
        <p:nvSpPr>
          <p:cNvPr id="42" name="Rectangle 41">
            <a:extLst>
              <a:ext uri="{FF2B5EF4-FFF2-40B4-BE49-F238E27FC236}">
                <a16:creationId xmlns:a16="http://schemas.microsoft.com/office/drawing/2014/main" id="{271A22B7-9189-0129-6461-52336DA3F375}"/>
              </a:ext>
            </a:extLst>
          </p:cNvPr>
          <p:cNvSpPr/>
          <p:nvPr/>
        </p:nvSpPr>
        <p:spPr>
          <a:xfrm>
            <a:off x="7167892" y="3093861"/>
            <a:ext cx="111890"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Bracket 44">
            <a:extLst>
              <a:ext uri="{FF2B5EF4-FFF2-40B4-BE49-F238E27FC236}">
                <a16:creationId xmlns:a16="http://schemas.microsoft.com/office/drawing/2014/main" id="{DD96F264-6820-A432-2420-76393DCAAA33}"/>
              </a:ext>
            </a:extLst>
          </p:cNvPr>
          <p:cNvSpPr/>
          <p:nvPr/>
        </p:nvSpPr>
        <p:spPr>
          <a:xfrm>
            <a:off x="7127863" y="4291611"/>
            <a:ext cx="218951"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A</a:t>
            </a:r>
          </a:p>
        </p:txBody>
      </p:sp>
      <p:sp>
        <p:nvSpPr>
          <p:cNvPr id="47" name="Double Bracket 46">
            <a:extLst>
              <a:ext uri="{FF2B5EF4-FFF2-40B4-BE49-F238E27FC236}">
                <a16:creationId xmlns:a16="http://schemas.microsoft.com/office/drawing/2014/main" id="{0945E37C-3B0C-87BE-9701-EE11BD54C34B}"/>
              </a:ext>
            </a:extLst>
          </p:cNvPr>
          <p:cNvSpPr/>
          <p:nvPr/>
        </p:nvSpPr>
        <p:spPr>
          <a:xfrm>
            <a:off x="7746805" y="4313481"/>
            <a:ext cx="1394274"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text</a:t>
            </a:r>
          </a:p>
        </p:txBody>
      </p:sp>
      <p:sp>
        <p:nvSpPr>
          <p:cNvPr id="48" name="Double Bracket 47">
            <a:extLst>
              <a:ext uri="{FF2B5EF4-FFF2-40B4-BE49-F238E27FC236}">
                <a16:creationId xmlns:a16="http://schemas.microsoft.com/office/drawing/2014/main" id="{0B2F30B6-0335-5D74-6DBF-A5493BFE459D}"/>
              </a:ext>
            </a:extLst>
          </p:cNvPr>
          <p:cNvSpPr/>
          <p:nvPr/>
        </p:nvSpPr>
        <p:spPr>
          <a:xfrm>
            <a:off x="9259234" y="4313481"/>
            <a:ext cx="594669"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is</a:t>
            </a:r>
          </a:p>
        </p:txBody>
      </p:sp>
      <p:sp>
        <p:nvSpPr>
          <p:cNvPr id="49" name="Double Bracket 48">
            <a:extLst>
              <a:ext uri="{FF2B5EF4-FFF2-40B4-BE49-F238E27FC236}">
                <a16:creationId xmlns:a16="http://schemas.microsoft.com/office/drawing/2014/main" id="{14FA8B51-8BDD-85D0-89FF-2E44C968BFB2}"/>
              </a:ext>
            </a:extLst>
          </p:cNvPr>
          <p:cNvSpPr/>
          <p:nvPr/>
        </p:nvSpPr>
        <p:spPr>
          <a:xfrm>
            <a:off x="9909838" y="4313481"/>
            <a:ext cx="996872"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here</a:t>
            </a:r>
          </a:p>
        </p:txBody>
      </p:sp>
      <p:sp>
        <p:nvSpPr>
          <p:cNvPr id="50" name="TextBox 49">
            <a:extLst>
              <a:ext uri="{FF2B5EF4-FFF2-40B4-BE49-F238E27FC236}">
                <a16:creationId xmlns:a16="http://schemas.microsoft.com/office/drawing/2014/main" id="{BB99347B-F4D6-174D-D5A9-E4DF87475BA0}"/>
              </a:ext>
            </a:extLst>
          </p:cNvPr>
          <p:cNvSpPr txBox="1"/>
          <p:nvPr/>
        </p:nvSpPr>
        <p:spPr>
          <a:xfrm rot="18392420">
            <a:off x="6764687" y="2253735"/>
            <a:ext cx="1415772" cy="369332"/>
          </a:xfrm>
          <a:prstGeom prst="rect">
            <a:avLst/>
          </a:prstGeom>
          <a:noFill/>
        </p:spPr>
        <p:txBody>
          <a:bodyPr wrap="square" rtlCol="0">
            <a:spAutoFit/>
          </a:bodyPr>
          <a:lstStyle/>
          <a:p>
            <a:r>
              <a:rPr lang="en-US" dirty="0"/>
              <a:t>Dense layer</a:t>
            </a:r>
          </a:p>
        </p:txBody>
      </p:sp>
      <p:sp>
        <p:nvSpPr>
          <p:cNvPr id="52" name="TextBox 51">
            <a:extLst>
              <a:ext uri="{FF2B5EF4-FFF2-40B4-BE49-F238E27FC236}">
                <a16:creationId xmlns:a16="http://schemas.microsoft.com/office/drawing/2014/main" id="{AD29645F-6788-658B-CCD4-C2DD980526A0}"/>
              </a:ext>
            </a:extLst>
          </p:cNvPr>
          <p:cNvSpPr txBox="1"/>
          <p:nvPr/>
        </p:nvSpPr>
        <p:spPr>
          <a:xfrm>
            <a:off x="7961883" y="2688526"/>
            <a:ext cx="2675726" cy="369332"/>
          </a:xfrm>
          <a:prstGeom prst="rect">
            <a:avLst/>
          </a:prstGeom>
          <a:noFill/>
        </p:spPr>
        <p:txBody>
          <a:bodyPr wrap="square" rtlCol="0">
            <a:spAutoFit/>
          </a:bodyPr>
          <a:lstStyle/>
          <a:p>
            <a:pPr algn="ctr"/>
            <a:r>
              <a:rPr lang="en-US" dirty="0"/>
              <a:t>Transformer layer</a:t>
            </a:r>
          </a:p>
        </p:txBody>
      </p:sp>
      <p:sp>
        <p:nvSpPr>
          <p:cNvPr id="7" name="Plus Sign 6">
            <a:extLst>
              <a:ext uri="{FF2B5EF4-FFF2-40B4-BE49-F238E27FC236}">
                <a16:creationId xmlns:a16="http://schemas.microsoft.com/office/drawing/2014/main" id="{5F84A76B-6978-BB5C-CC81-C77C4EBBF076}"/>
              </a:ext>
            </a:extLst>
          </p:cNvPr>
          <p:cNvSpPr/>
          <p:nvPr/>
        </p:nvSpPr>
        <p:spPr>
          <a:xfrm>
            <a:off x="7397773" y="3393913"/>
            <a:ext cx="231040" cy="254014"/>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4182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EF87D-CD56-94ED-D145-BECCBDB66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C6BB1-423A-C99A-4B7F-494B4B43E65A}"/>
              </a:ext>
            </a:extLst>
          </p:cNvPr>
          <p:cNvSpPr>
            <a:spLocks noGrp="1"/>
          </p:cNvSpPr>
          <p:nvPr>
            <p:ph type="title"/>
          </p:nvPr>
        </p:nvSpPr>
        <p:spPr/>
        <p:txBody>
          <a:bodyPr/>
          <a:lstStyle/>
          <a:p>
            <a:r>
              <a:rPr lang="en-US" dirty="0">
                <a:latin typeface="Aptos" panose="020B0004020202020204" pitchFamily="34" charset="0"/>
              </a:rPr>
              <a:t>Pipeline – Incorporating style conditioning  </a:t>
            </a:r>
            <a:endParaRPr lang="en-US" dirty="0"/>
          </a:p>
        </p:txBody>
      </p:sp>
      <p:sp>
        <p:nvSpPr>
          <p:cNvPr id="3" name="Content Placeholder 2">
            <a:extLst>
              <a:ext uri="{FF2B5EF4-FFF2-40B4-BE49-F238E27FC236}">
                <a16:creationId xmlns:a16="http://schemas.microsoft.com/office/drawing/2014/main" id="{D862FDF4-C583-DAFE-84B3-42B6E92696EF}"/>
              </a:ext>
            </a:extLst>
          </p:cNvPr>
          <p:cNvSpPr>
            <a:spLocks noGrp="1"/>
          </p:cNvSpPr>
          <p:nvPr>
            <p:ph idx="1"/>
          </p:nvPr>
        </p:nvSpPr>
        <p:spPr>
          <a:xfrm>
            <a:off x="679167" y="1944461"/>
            <a:ext cx="4768509" cy="4706709"/>
          </a:xfrm>
        </p:spPr>
        <p:txBody>
          <a:bodyPr/>
          <a:lstStyle/>
          <a:p>
            <a:pPr marL="0" indent="0">
              <a:lnSpc>
                <a:spcPct val="100000"/>
              </a:lnSpc>
              <a:buNone/>
            </a:pPr>
            <a:r>
              <a:rPr lang="en-US" sz="2000" dirty="0">
                <a:latin typeface="Aptos" panose="020B0004020202020204" pitchFamily="34" charset="0"/>
              </a:rPr>
              <a:t>Need to choose whether CDS or CBT is generated. </a:t>
            </a:r>
          </a:p>
          <a:p>
            <a:pPr marL="0" indent="0">
              <a:lnSpc>
                <a:spcPct val="100000"/>
              </a:lnSpc>
              <a:buNone/>
            </a:pPr>
            <a:endParaRPr lang="en-US" sz="2000" dirty="0">
              <a:latin typeface="Aptos" panose="020B0004020202020204" pitchFamily="34" charset="0"/>
            </a:endParaRPr>
          </a:p>
          <a:p>
            <a:pPr marL="0" indent="0">
              <a:lnSpc>
                <a:spcPct val="100000"/>
              </a:lnSpc>
              <a:buNone/>
            </a:pPr>
            <a:r>
              <a:rPr lang="en-US" sz="2000" b="1" dirty="0">
                <a:latin typeface="Aptos" panose="020B0004020202020204" pitchFamily="34" charset="0"/>
              </a:rPr>
              <a:t>Compared approaches:</a:t>
            </a:r>
          </a:p>
          <a:p>
            <a:pPr>
              <a:lnSpc>
                <a:spcPct val="100000"/>
              </a:lnSpc>
            </a:pPr>
            <a:r>
              <a:rPr lang="en-US" sz="2000" b="1" dirty="0">
                <a:highlight>
                  <a:srgbClr val="EFEFEF"/>
                </a:highlight>
                <a:latin typeface="Aptos" panose="020B0004020202020204" pitchFamily="34" charset="0"/>
              </a:rPr>
              <a:t>S1: </a:t>
            </a:r>
            <a:r>
              <a:rPr lang="en-US" sz="2000" dirty="0">
                <a:highlight>
                  <a:srgbClr val="EFEFEF"/>
                </a:highlight>
                <a:latin typeface="Aptos" panose="020B0004020202020204" pitchFamily="34" charset="0"/>
              </a:rPr>
              <a:t>Add a special style token (”special word”) in front of each text input.</a:t>
            </a:r>
            <a:endParaRPr lang="en-US" sz="600" dirty="0">
              <a:highlight>
                <a:srgbClr val="EFEFEF"/>
              </a:highlight>
              <a:latin typeface="Aptos" panose="020B0004020202020204" pitchFamily="34" charset="0"/>
            </a:endParaRPr>
          </a:p>
          <a:p>
            <a:pPr>
              <a:lnSpc>
                <a:spcPct val="100000"/>
              </a:lnSpc>
            </a:pPr>
            <a:r>
              <a:rPr lang="en-US" sz="2000" b="1" dirty="0">
                <a:latin typeface="Aptos" panose="020B0004020202020204" pitchFamily="34" charset="0"/>
              </a:rPr>
              <a:t>S2: </a:t>
            </a:r>
            <a:r>
              <a:rPr lang="en-US" sz="2000" dirty="0">
                <a:latin typeface="Aptos" panose="020B0004020202020204" pitchFamily="34" charset="0"/>
              </a:rPr>
              <a:t>Use a separate model input for style (0/1), mapped to an embedding with a learnable layer, and concatenated in front of word token embeddings.</a:t>
            </a:r>
            <a:endParaRPr lang="en-US" sz="500" dirty="0">
              <a:latin typeface="Aptos" panose="020B0004020202020204" pitchFamily="34" charset="0"/>
            </a:endParaRPr>
          </a:p>
          <a:p>
            <a:pPr>
              <a:lnSpc>
                <a:spcPct val="100000"/>
              </a:lnSpc>
            </a:pPr>
            <a:r>
              <a:rPr lang="en-US" sz="2000" b="1" dirty="0">
                <a:latin typeface="Aptos" panose="020B0004020202020204" pitchFamily="34" charset="0"/>
              </a:rPr>
              <a:t>S3: </a:t>
            </a:r>
            <a:r>
              <a:rPr lang="en-US" sz="2000" dirty="0">
                <a:latin typeface="Aptos" panose="020B0004020202020204" pitchFamily="34" charset="0"/>
              </a:rPr>
              <a:t>Combine style information with age-conditioning by using unused age bin for the books.</a:t>
            </a:r>
          </a:p>
        </p:txBody>
      </p:sp>
      <p:sp>
        <p:nvSpPr>
          <p:cNvPr id="4" name="Footer Placeholder 3">
            <a:extLst>
              <a:ext uri="{FF2B5EF4-FFF2-40B4-BE49-F238E27FC236}">
                <a16:creationId xmlns:a16="http://schemas.microsoft.com/office/drawing/2014/main" id="{F179FE11-9BBA-6F95-3348-9446203560C7}"/>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2E06A512-67AD-772D-AA97-B5EC6CAAC49E}"/>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658E11F3-C7DA-E6B4-D299-CB68EAD34697}"/>
              </a:ext>
            </a:extLst>
          </p:cNvPr>
          <p:cNvSpPr>
            <a:spLocks noGrp="1"/>
          </p:cNvSpPr>
          <p:nvPr>
            <p:ph type="sldNum" sz="quarter" idx="4"/>
          </p:nvPr>
        </p:nvSpPr>
        <p:spPr/>
        <p:txBody>
          <a:bodyPr/>
          <a:lstStyle/>
          <a:p>
            <a:r>
              <a:rPr lang="en-GB" noProof="0"/>
              <a:t>|  </a:t>
            </a:r>
            <a:fld id="{CDC8994D-33BE-6F4B-918B-78B2D731EB1C}" type="slidenum">
              <a:rPr lang="en-GB" noProof="0" smtClean="0"/>
              <a:pPr/>
              <a:t>12</a:t>
            </a:fld>
            <a:endParaRPr lang="en-GB" noProof="0"/>
          </a:p>
        </p:txBody>
      </p:sp>
      <p:sp>
        <p:nvSpPr>
          <p:cNvPr id="8" name="Rectangle 7">
            <a:extLst>
              <a:ext uri="{FF2B5EF4-FFF2-40B4-BE49-F238E27FC236}">
                <a16:creationId xmlns:a16="http://schemas.microsoft.com/office/drawing/2014/main" id="{DD343D15-EB49-E439-E6B1-D1D38F02CC28}"/>
              </a:ext>
            </a:extLst>
          </p:cNvPr>
          <p:cNvSpPr/>
          <p:nvPr/>
        </p:nvSpPr>
        <p:spPr>
          <a:xfrm>
            <a:off x="774680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4B3D4CB-FF1B-4E7C-4FC1-A31AB64B570D}"/>
              </a:ext>
            </a:extLst>
          </p:cNvPr>
          <p:cNvSpPr/>
          <p:nvPr/>
        </p:nvSpPr>
        <p:spPr>
          <a:xfrm>
            <a:off x="78432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9B21515-C4DE-956A-F40B-A30EB2043545}"/>
              </a:ext>
            </a:extLst>
          </p:cNvPr>
          <p:cNvSpPr/>
          <p:nvPr/>
        </p:nvSpPr>
        <p:spPr>
          <a:xfrm>
            <a:off x="794743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08CFEB-08C4-C567-25C6-887F8A7AA118}"/>
              </a:ext>
            </a:extLst>
          </p:cNvPr>
          <p:cNvSpPr/>
          <p:nvPr/>
        </p:nvSpPr>
        <p:spPr>
          <a:xfrm>
            <a:off x="80438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D4C052-2563-FD86-C654-8DCEA6220C7A}"/>
              </a:ext>
            </a:extLst>
          </p:cNvPr>
          <p:cNvSpPr/>
          <p:nvPr/>
        </p:nvSpPr>
        <p:spPr>
          <a:xfrm>
            <a:off x="81480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5F8E35-ED44-9F8F-DF4A-72044ABC4EAA}"/>
              </a:ext>
            </a:extLst>
          </p:cNvPr>
          <p:cNvSpPr/>
          <p:nvPr/>
        </p:nvSpPr>
        <p:spPr>
          <a:xfrm>
            <a:off x="824451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1E7009-7618-B52D-4680-538FBD803D24}"/>
              </a:ext>
            </a:extLst>
          </p:cNvPr>
          <p:cNvSpPr/>
          <p:nvPr/>
        </p:nvSpPr>
        <p:spPr>
          <a:xfrm>
            <a:off x="83486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D845649-A706-3710-6C46-5283650E3D42}"/>
              </a:ext>
            </a:extLst>
          </p:cNvPr>
          <p:cNvSpPr/>
          <p:nvPr/>
        </p:nvSpPr>
        <p:spPr>
          <a:xfrm>
            <a:off x="844514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BC144BE-2A29-CA16-9069-D768E36E037F}"/>
              </a:ext>
            </a:extLst>
          </p:cNvPr>
          <p:cNvSpPr/>
          <p:nvPr/>
        </p:nvSpPr>
        <p:spPr>
          <a:xfrm>
            <a:off x="854546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905F7D3-3D34-D772-22E1-F26F79ADC896}"/>
              </a:ext>
            </a:extLst>
          </p:cNvPr>
          <p:cNvSpPr/>
          <p:nvPr/>
        </p:nvSpPr>
        <p:spPr>
          <a:xfrm>
            <a:off x="86419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B5B6F4-AD19-7FA4-19F4-498C5B45610A}"/>
              </a:ext>
            </a:extLst>
          </p:cNvPr>
          <p:cNvSpPr/>
          <p:nvPr/>
        </p:nvSpPr>
        <p:spPr>
          <a:xfrm>
            <a:off x="874609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2E7B699-002C-B5CB-8F49-53FA22605DB9}"/>
              </a:ext>
            </a:extLst>
          </p:cNvPr>
          <p:cNvSpPr/>
          <p:nvPr/>
        </p:nvSpPr>
        <p:spPr>
          <a:xfrm>
            <a:off x="88425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E1AD7E4-6C33-6CC4-0D03-CF15952118A6}"/>
              </a:ext>
            </a:extLst>
          </p:cNvPr>
          <p:cNvSpPr/>
          <p:nvPr/>
        </p:nvSpPr>
        <p:spPr>
          <a:xfrm>
            <a:off x="89467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434AB5-6F26-5291-746B-219DBDFAE871}"/>
              </a:ext>
            </a:extLst>
          </p:cNvPr>
          <p:cNvSpPr/>
          <p:nvPr/>
        </p:nvSpPr>
        <p:spPr>
          <a:xfrm>
            <a:off x="904317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FD0847F-76BC-8116-C2F9-491BD75B2830}"/>
              </a:ext>
            </a:extLst>
          </p:cNvPr>
          <p:cNvSpPr/>
          <p:nvPr/>
        </p:nvSpPr>
        <p:spPr>
          <a:xfrm>
            <a:off x="91473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9E9F248-76EE-D133-8749-79DF83F0C3FA}"/>
              </a:ext>
            </a:extLst>
          </p:cNvPr>
          <p:cNvSpPr/>
          <p:nvPr/>
        </p:nvSpPr>
        <p:spPr>
          <a:xfrm>
            <a:off x="924380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49C4E68-F188-A345-AFCA-9C2AD4B84D0D}"/>
              </a:ext>
            </a:extLst>
          </p:cNvPr>
          <p:cNvSpPr/>
          <p:nvPr/>
        </p:nvSpPr>
        <p:spPr>
          <a:xfrm>
            <a:off x="931711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F7DAE75-EB07-FBA1-68DA-FD2A03C487B0}"/>
              </a:ext>
            </a:extLst>
          </p:cNvPr>
          <p:cNvSpPr/>
          <p:nvPr/>
        </p:nvSpPr>
        <p:spPr>
          <a:xfrm>
            <a:off x="94135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9634942-63C6-4EAF-DF39-DB03CD95EEFF}"/>
              </a:ext>
            </a:extLst>
          </p:cNvPr>
          <p:cNvSpPr/>
          <p:nvPr/>
        </p:nvSpPr>
        <p:spPr>
          <a:xfrm>
            <a:off x="951774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C095B24-4600-A78E-3673-AE067F1E1001}"/>
              </a:ext>
            </a:extLst>
          </p:cNvPr>
          <p:cNvSpPr/>
          <p:nvPr/>
        </p:nvSpPr>
        <p:spPr>
          <a:xfrm>
            <a:off x="96141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3535997-191F-4FA7-DAD8-D404CDBC3A7B}"/>
              </a:ext>
            </a:extLst>
          </p:cNvPr>
          <p:cNvSpPr/>
          <p:nvPr/>
        </p:nvSpPr>
        <p:spPr>
          <a:xfrm>
            <a:off x="97183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2D99F1E-0EC9-4DF7-6A1B-83E0A6F83610}"/>
              </a:ext>
            </a:extLst>
          </p:cNvPr>
          <p:cNvSpPr/>
          <p:nvPr/>
        </p:nvSpPr>
        <p:spPr>
          <a:xfrm>
            <a:off x="981482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578A7EE-0724-963D-05CA-E6D2E15E914D}"/>
              </a:ext>
            </a:extLst>
          </p:cNvPr>
          <p:cNvSpPr/>
          <p:nvPr/>
        </p:nvSpPr>
        <p:spPr>
          <a:xfrm>
            <a:off x="99189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90630C4-552C-4CD1-710C-11F93F8C813D}"/>
              </a:ext>
            </a:extLst>
          </p:cNvPr>
          <p:cNvSpPr/>
          <p:nvPr/>
        </p:nvSpPr>
        <p:spPr>
          <a:xfrm>
            <a:off x="1001545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F3D47C7-9B68-80E9-F0C1-D851FE9E1DFA}"/>
              </a:ext>
            </a:extLst>
          </p:cNvPr>
          <p:cNvSpPr/>
          <p:nvPr/>
        </p:nvSpPr>
        <p:spPr>
          <a:xfrm>
            <a:off x="1011577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D29F3DD-FA2B-802F-7346-659EAC2C23BE}"/>
              </a:ext>
            </a:extLst>
          </p:cNvPr>
          <p:cNvSpPr/>
          <p:nvPr/>
        </p:nvSpPr>
        <p:spPr>
          <a:xfrm>
            <a:off x="102122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F91A87B-5ED2-DCD0-1D34-0E8104820DB2}"/>
              </a:ext>
            </a:extLst>
          </p:cNvPr>
          <p:cNvSpPr/>
          <p:nvPr/>
        </p:nvSpPr>
        <p:spPr>
          <a:xfrm>
            <a:off x="1031639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0704CF2-D942-45D6-20E1-2F7531E8347B}"/>
              </a:ext>
            </a:extLst>
          </p:cNvPr>
          <p:cNvSpPr/>
          <p:nvPr/>
        </p:nvSpPr>
        <p:spPr>
          <a:xfrm>
            <a:off x="104128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80C9310-531F-C0ED-A228-1A885DC2A087}"/>
              </a:ext>
            </a:extLst>
          </p:cNvPr>
          <p:cNvSpPr/>
          <p:nvPr/>
        </p:nvSpPr>
        <p:spPr>
          <a:xfrm>
            <a:off x="105170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50B0580-C09C-E89E-9BC4-A2DB5BFAF18E}"/>
              </a:ext>
            </a:extLst>
          </p:cNvPr>
          <p:cNvSpPr/>
          <p:nvPr/>
        </p:nvSpPr>
        <p:spPr>
          <a:xfrm>
            <a:off x="1061348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9A8077-5F1D-D044-5E60-27B90A8C3E34}"/>
              </a:ext>
            </a:extLst>
          </p:cNvPr>
          <p:cNvSpPr/>
          <p:nvPr/>
        </p:nvSpPr>
        <p:spPr>
          <a:xfrm>
            <a:off x="107176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BB550A1-1394-53FA-B5BB-D197BCFEB501}"/>
              </a:ext>
            </a:extLst>
          </p:cNvPr>
          <p:cNvSpPr/>
          <p:nvPr/>
        </p:nvSpPr>
        <p:spPr>
          <a:xfrm>
            <a:off x="1081411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7B1DD6B-6DC7-E2EB-C6CE-F9A4AD7326F6}"/>
              </a:ext>
            </a:extLst>
          </p:cNvPr>
          <p:cNvSpPr/>
          <p:nvPr/>
        </p:nvSpPr>
        <p:spPr>
          <a:xfrm>
            <a:off x="7746805" y="3972258"/>
            <a:ext cx="3179195" cy="21716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Embedding layer</a:t>
            </a:r>
          </a:p>
        </p:txBody>
      </p:sp>
      <p:sp>
        <p:nvSpPr>
          <p:cNvPr id="42" name="Rectangle 41">
            <a:extLst>
              <a:ext uri="{FF2B5EF4-FFF2-40B4-BE49-F238E27FC236}">
                <a16:creationId xmlns:a16="http://schemas.microsoft.com/office/drawing/2014/main" id="{1888D2C6-5101-D2BD-7E79-912A65A9A529}"/>
              </a:ext>
            </a:extLst>
          </p:cNvPr>
          <p:cNvSpPr/>
          <p:nvPr/>
        </p:nvSpPr>
        <p:spPr>
          <a:xfrm>
            <a:off x="7167892" y="3093861"/>
            <a:ext cx="111890"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Bracket 44">
            <a:extLst>
              <a:ext uri="{FF2B5EF4-FFF2-40B4-BE49-F238E27FC236}">
                <a16:creationId xmlns:a16="http://schemas.microsoft.com/office/drawing/2014/main" id="{487C57BC-0952-20D5-7685-AF313ABFEEB7}"/>
              </a:ext>
            </a:extLst>
          </p:cNvPr>
          <p:cNvSpPr/>
          <p:nvPr/>
        </p:nvSpPr>
        <p:spPr>
          <a:xfrm>
            <a:off x="7127863" y="4291611"/>
            <a:ext cx="218951"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A</a:t>
            </a:r>
          </a:p>
        </p:txBody>
      </p:sp>
      <p:sp>
        <p:nvSpPr>
          <p:cNvPr id="47" name="Double Bracket 46">
            <a:extLst>
              <a:ext uri="{FF2B5EF4-FFF2-40B4-BE49-F238E27FC236}">
                <a16:creationId xmlns:a16="http://schemas.microsoft.com/office/drawing/2014/main" id="{CA290F20-DD88-4647-8AFB-AF7C31236198}"/>
              </a:ext>
            </a:extLst>
          </p:cNvPr>
          <p:cNvSpPr/>
          <p:nvPr/>
        </p:nvSpPr>
        <p:spPr>
          <a:xfrm>
            <a:off x="8144207" y="4313481"/>
            <a:ext cx="996872" cy="228738"/>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text</a:t>
            </a:r>
          </a:p>
        </p:txBody>
      </p:sp>
      <p:sp>
        <p:nvSpPr>
          <p:cNvPr id="48" name="Double Bracket 47">
            <a:extLst>
              <a:ext uri="{FF2B5EF4-FFF2-40B4-BE49-F238E27FC236}">
                <a16:creationId xmlns:a16="http://schemas.microsoft.com/office/drawing/2014/main" id="{EDBD6BD2-F462-3329-9285-ED45B38BFC3E}"/>
              </a:ext>
            </a:extLst>
          </p:cNvPr>
          <p:cNvSpPr/>
          <p:nvPr/>
        </p:nvSpPr>
        <p:spPr>
          <a:xfrm>
            <a:off x="9259234" y="4313481"/>
            <a:ext cx="594669"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is</a:t>
            </a:r>
          </a:p>
        </p:txBody>
      </p:sp>
      <p:sp>
        <p:nvSpPr>
          <p:cNvPr id="49" name="Double Bracket 48">
            <a:extLst>
              <a:ext uri="{FF2B5EF4-FFF2-40B4-BE49-F238E27FC236}">
                <a16:creationId xmlns:a16="http://schemas.microsoft.com/office/drawing/2014/main" id="{D265AD9A-021D-1960-C370-D7F64B34FADF}"/>
              </a:ext>
            </a:extLst>
          </p:cNvPr>
          <p:cNvSpPr/>
          <p:nvPr/>
        </p:nvSpPr>
        <p:spPr>
          <a:xfrm>
            <a:off x="9909838" y="4313481"/>
            <a:ext cx="996872"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here</a:t>
            </a:r>
          </a:p>
        </p:txBody>
      </p:sp>
      <p:sp>
        <p:nvSpPr>
          <p:cNvPr id="50" name="TextBox 49">
            <a:extLst>
              <a:ext uri="{FF2B5EF4-FFF2-40B4-BE49-F238E27FC236}">
                <a16:creationId xmlns:a16="http://schemas.microsoft.com/office/drawing/2014/main" id="{273A25DC-860D-E223-0334-EC1CBFE991EC}"/>
              </a:ext>
            </a:extLst>
          </p:cNvPr>
          <p:cNvSpPr txBox="1"/>
          <p:nvPr/>
        </p:nvSpPr>
        <p:spPr>
          <a:xfrm rot="18392420">
            <a:off x="6763444" y="2253539"/>
            <a:ext cx="1415772" cy="369332"/>
          </a:xfrm>
          <a:prstGeom prst="rect">
            <a:avLst/>
          </a:prstGeom>
          <a:noFill/>
        </p:spPr>
        <p:txBody>
          <a:bodyPr wrap="none" rtlCol="0">
            <a:spAutoFit/>
          </a:bodyPr>
          <a:lstStyle/>
          <a:p>
            <a:r>
              <a:rPr lang="en-US" dirty="0"/>
              <a:t>Dense layer</a:t>
            </a:r>
          </a:p>
        </p:txBody>
      </p:sp>
      <p:sp>
        <p:nvSpPr>
          <p:cNvPr id="52" name="TextBox 51">
            <a:extLst>
              <a:ext uri="{FF2B5EF4-FFF2-40B4-BE49-F238E27FC236}">
                <a16:creationId xmlns:a16="http://schemas.microsoft.com/office/drawing/2014/main" id="{4817B5D2-A2DF-E614-7ECA-2159561AFABB}"/>
              </a:ext>
            </a:extLst>
          </p:cNvPr>
          <p:cNvSpPr txBox="1"/>
          <p:nvPr/>
        </p:nvSpPr>
        <p:spPr>
          <a:xfrm>
            <a:off x="7961883" y="2688526"/>
            <a:ext cx="2675726" cy="369332"/>
          </a:xfrm>
          <a:prstGeom prst="rect">
            <a:avLst/>
          </a:prstGeom>
          <a:noFill/>
        </p:spPr>
        <p:txBody>
          <a:bodyPr wrap="square" rtlCol="0">
            <a:spAutoFit/>
          </a:bodyPr>
          <a:lstStyle/>
          <a:p>
            <a:pPr algn="ctr"/>
            <a:r>
              <a:rPr lang="en-US" dirty="0"/>
              <a:t>Transformer layer</a:t>
            </a:r>
          </a:p>
        </p:txBody>
      </p:sp>
      <p:sp>
        <p:nvSpPr>
          <p:cNvPr id="53" name="Double Bracket 52">
            <a:extLst>
              <a:ext uri="{FF2B5EF4-FFF2-40B4-BE49-F238E27FC236}">
                <a16:creationId xmlns:a16="http://schemas.microsoft.com/office/drawing/2014/main" id="{B72804AA-6335-B766-D826-E8BAE57DE95D}"/>
              </a:ext>
            </a:extLst>
          </p:cNvPr>
          <p:cNvSpPr/>
          <p:nvPr/>
        </p:nvSpPr>
        <p:spPr>
          <a:xfrm>
            <a:off x="7802749" y="4291611"/>
            <a:ext cx="218951"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S</a:t>
            </a:r>
          </a:p>
        </p:txBody>
      </p:sp>
      <p:sp>
        <p:nvSpPr>
          <p:cNvPr id="7" name="Plus Sign 6">
            <a:extLst>
              <a:ext uri="{FF2B5EF4-FFF2-40B4-BE49-F238E27FC236}">
                <a16:creationId xmlns:a16="http://schemas.microsoft.com/office/drawing/2014/main" id="{AD81C3B3-42EE-DCA3-50D6-7A3D5CF9CA9A}"/>
              </a:ext>
            </a:extLst>
          </p:cNvPr>
          <p:cNvSpPr/>
          <p:nvPr/>
        </p:nvSpPr>
        <p:spPr>
          <a:xfrm>
            <a:off x="7397773" y="3393913"/>
            <a:ext cx="231040" cy="254014"/>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6263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A18E5-33DD-FABC-E84E-5BFFD92D1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0E6EC-DCF7-FF85-C954-25F75531C05B}"/>
              </a:ext>
            </a:extLst>
          </p:cNvPr>
          <p:cNvSpPr>
            <a:spLocks noGrp="1"/>
          </p:cNvSpPr>
          <p:nvPr>
            <p:ph type="title"/>
          </p:nvPr>
        </p:nvSpPr>
        <p:spPr/>
        <p:txBody>
          <a:bodyPr/>
          <a:lstStyle/>
          <a:p>
            <a:r>
              <a:rPr lang="en-US" dirty="0">
                <a:latin typeface="Aptos" panose="020B0004020202020204" pitchFamily="34" charset="0"/>
              </a:rPr>
              <a:t>Pipeline – Incorporating style conditioning  </a:t>
            </a:r>
            <a:endParaRPr lang="en-US" dirty="0"/>
          </a:p>
        </p:txBody>
      </p:sp>
      <p:sp>
        <p:nvSpPr>
          <p:cNvPr id="3" name="Content Placeholder 2">
            <a:extLst>
              <a:ext uri="{FF2B5EF4-FFF2-40B4-BE49-F238E27FC236}">
                <a16:creationId xmlns:a16="http://schemas.microsoft.com/office/drawing/2014/main" id="{19B13CA0-EF34-B5C2-9B2B-DDD043D0CF8C}"/>
              </a:ext>
            </a:extLst>
          </p:cNvPr>
          <p:cNvSpPr>
            <a:spLocks noGrp="1"/>
          </p:cNvSpPr>
          <p:nvPr>
            <p:ph idx="1"/>
          </p:nvPr>
        </p:nvSpPr>
        <p:spPr>
          <a:xfrm>
            <a:off x="679167" y="1944461"/>
            <a:ext cx="4768509" cy="4706709"/>
          </a:xfrm>
        </p:spPr>
        <p:txBody>
          <a:bodyPr/>
          <a:lstStyle/>
          <a:p>
            <a:pPr marL="0" indent="0">
              <a:lnSpc>
                <a:spcPct val="100000"/>
              </a:lnSpc>
              <a:buNone/>
            </a:pPr>
            <a:r>
              <a:rPr lang="en-US" sz="2000" dirty="0">
                <a:latin typeface="Aptos" panose="020B0004020202020204" pitchFamily="34" charset="0"/>
              </a:rPr>
              <a:t>Need to choose whether CDS CBT is generated. </a:t>
            </a:r>
          </a:p>
          <a:p>
            <a:pPr marL="0" indent="0">
              <a:lnSpc>
                <a:spcPct val="100000"/>
              </a:lnSpc>
              <a:buNone/>
            </a:pPr>
            <a:endParaRPr lang="en-US" sz="2000" dirty="0">
              <a:latin typeface="Aptos" panose="020B0004020202020204" pitchFamily="34" charset="0"/>
            </a:endParaRPr>
          </a:p>
          <a:p>
            <a:pPr marL="0" indent="0">
              <a:lnSpc>
                <a:spcPct val="100000"/>
              </a:lnSpc>
              <a:buNone/>
            </a:pPr>
            <a:r>
              <a:rPr lang="en-US" sz="2000" b="1" dirty="0">
                <a:latin typeface="Aptos" panose="020B0004020202020204" pitchFamily="34" charset="0"/>
              </a:rPr>
              <a:t>Compared approaches:</a:t>
            </a:r>
          </a:p>
          <a:p>
            <a:pPr>
              <a:lnSpc>
                <a:spcPct val="100000"/>
              </a:lnSpc>
            </a:pPr>
            <a:r>
              <a:rPr lang="en-US" sz="2000" b="1" dirty="0">
                <a:latin typeface="Aptos" panose="020B0004020202020204" pitchFamily="34" charset="0"/>
              </a:rPr>
              <a:t>S1: </a:t>
            </a:r>
            <a:r>
              <a:rPr lang="en-US" sz="2000" dirty="0">
                <a:latin typeface="Aptos" panose="020B0004020202020204" pitchFamily="34" charset="0"/>
              </a:rPr>
              <a:t>Add a special style token (”special word”) in front of each text input.</a:t>
            </a:r>
            <a:endParaRPr lang="en-US" sz="600" dirty="0">
              <a:latin typeface="Aptos" panose="020B0004020202020204" pitchFamily="34" charset="0"/>
            </a:endParaRPr>
          </a:p>
          <a:p>
            <a:pPr>
              <a:lnSpc>
                <a:spcPct val="100000"/>
              </a:lnSpc>
            </a:pPr>
            <a:r>
              <a:rPr lang="en-US" sz="2000" b="1" dirty="0">
                <a:highlight>
                  <a:srgbClr val="EFEFEF"/>
                </a:highlight>
                <a:latin typeface="Aptos" panose="020B0004020202020204" pitchFamily="34" charset="0"/>
              </a:rPr>
              <a:t>S2: </a:t>
            </a:r>
            <a:r>
              <a:rPr lang="en-US" sz="2000" dirty="0">
                <a:highlight>
                  <a:srgbClr val="EFEFEF"/>
                </a:highlight>
                <a:latin typeface="Aptos" panose="020B0004020202020204" pitchFamily="34" charset="0"/>
              </a:rPr>
              <a:t>Use a separate model input for style (0/1), mapped to an embedding with a learnable layer, and concatenated in front of word token embeddings.</a:t>
            </a:r>
            <a:endParaRPr lang="en-US" sz="500" dirty="0">
              <a:highlight>
                <a:srgbClr val="EFEFEF"/>
              </a:highlight>
              <a:latin typeface="Aptos" panose="020B0004020202020204" pitchFamily="34" charset="0"/>
            </a:endParaRPr>
          </a:p>
          <a:p>
            <a:pPr>
              <a:lnSpc>
                <a:spcPct val="100000"/>
              </a:lnSpc>
            </a:pPr>
            <a:r>
              <a:rPr lang="en-US" sz="2000" b="1" dirty="0">
                <a:latin typeface="Aptos" panose="020B0004020202020204" pitchFamily="34" charset="0"/>
              </a:rPr>
              <a:t>S3: </a:t>
            </a:r>
            <a:r>
              <a:rPr lang="en-US" sz="2000" dirty="0">
                <a:latin typeface="Aptos" panose="020B0004020202020204" pitchFamily="34" charset="0"/>
              </a:rPr>
              <a:t>Combine style information with age-conditioning by using unused age bin for the books.</a:t>
            </a:r>
          </a:p>
        </p:txBody>
      </p:sp>
      <p:sp>
        <p:nvSpPr>
          <p:cNvPr id="4" name="Footer Placeholder 3">
            <a:extLst>
              <a:ext uri="{FF2B5EF4-FFF2-40B4-BE49-F238E27FC236}">
                <a16:creationId xmlns:a16="http://schemas.microsoft.com/office/drawing/2014/main" id="{77CF68D6-70BF-EDED-3777-BDD65636521D}"/>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CEB9115D-2C7C-000A-60AB-3877A8FC404B}"/>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EE1BEC0C-E617-CA34-9B3A-38BE09331199}"/>
              </a:ext>
            </a:extLst>
          </p:cNvPr>
          <p:cNvSpPr>
            <a:spLocks noGrp="1"/>
          </p:cNvSpPr>
          <p:nvPr>
            <p:ph type="sldNum" sz="quarter" idx="4"/>
          </p:nvPr>
        </p:nvSpPr>
        <p:spPr/>
        <p:txBody>
          <a:bodyPr/>
          <a:lstStyle/>
          <a:p>
            <a:r>
              <a:rPr lang="en-GB" noProof="0"/>
              <a:t>|  </a:t>
            </a:r>
            <a:fld id="{CDC8994D-33BE-6F4B-918B-78B2D731EB1C}" type="slidenum">
              <a:rPr lang="en-GB" noProof="0" smtClean="0"/>
              <a:pPr/>
              <a:t>13</a:t>
            </a:fld>
            <a:endParaRPr lang="en-GB" noProof="0"/>
          </a:p>
        </p:txBody>
      </p:sp>
      <p:sp>
        <p:nvSpPr>
          <p:cNvPr id="8" name="Rectangle 7">
            <a:extLst>
              <a:ext uri="{FF2B5EF4-FFF2-40B4-BE49-F238E27FC236}">
                <a16:creationId xmlns:a16="http://schemas.microsoft.com/office/drawing/2014/main" id="{6A4F03F0-2A1B-CE31-0094-FA3F16E7B26B}"/>
              </a:ext>
            </a:extLst>
          </p:cNvPr>
          <p:cNvSpPr/>
          <p:nvPr/>
        </p:nvSpPr>
        <p:spPr>
          <a:xfrm>
            <a:off x="774680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E0EAA3-A896-D60F-E5B0-3A760A9CBC82}"/>
              </a:ext>
            </a:extLst>
          </p:cNvPr>
          <p:cNvSpPr/>
          <p:nvPr/>
        </p:nvSpPr>
        <p:spPr>
          <a:xfrm>
            <a:off x="78432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584F12-0AE3-DF25-2AE8-3AE7598C821B}"/>
              </a:ext>
            </a:extLst>
          </p:cNvPr>
          <p:cNvSpPr/>
          <p:nvPr/>
        </p:nvSpPr>
        <p:spPr>
          <a:xfrm>
            <a:off x="794743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D3556BA-1764-0230-B893-CBC678B0E3E4}"/>
              </a:ext>
            </a:extLst>
          </p:cNvPr>
          <p:cNvSpPr/>
          <p:nvPr/>
        </p:nvSpPr>
        <p:spPr>
          <a:xfrm>
            <a:off x="80438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DFD5E2-2BDA-570F-25D6-F776B247CB6D}"/>
              </a:ext>
            </a:extLst>
          </p:cNvPr>
          <p:cNvSpPr/>
          <p:nvPr/>
        </p:nvSpPr>
        <p:spPr>
          <a:xfrm>
            <a:off x="81480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6EA1B5-906A-29B0-AE1E-7CB20699C15A}"/>
              </a:ext>
            </a:extLst>
          </p:cNvPr>
          <p:cNvSpPr/>
          <p:nvPr/>
        </p:nvSpPr>
        <p:spPr>
          <a:xfrm>
            <a:off x="824451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038C58A-221E-D8E0-3253-9A7D120100A4}"/>
              </a:ext>
            </a:extLst>
          </p:cNvPr>
          <p:cNvSpPr/>
          <p:nvPr/>
        </p:nvSpPr>
        <p:spPr>
          <a:xfrm>
            <a:off x="83486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B9CDAD5-5947-99B9-2180-8C727D317C98}"/>
              </a:ext>
            </a:extLst>
          </p:cNvPr>
          <p:cNvSpPr/>
          <p:nvPr/>
        </p:nvSpPr>
        <p:spPr>
          <a:xfrm>
            <a:off x="844514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E25D092-8789-03E0-7A96-637DA5773C05}"/>
              </a:ext>
            </a:extLst>
          </p:cNvPr>
          <p:cNvSpPr/>
          <p:nvPr/>
        </p:nvSpPr>
        <p:spPr>
          <a:xfrm>
            <a:off x="854546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96B9BEC-204D-0DDE-5DC1-CC43AAEEB5C0}"/>
              </a:ext>
            </a:extLst>
          </p:cNvPr>
          <p:cNvSpPr/>
          <p:nvPr/>
        </p:nvSpPr>
        <p:spPr>
          <a:xfrm>
            <a:off x="86419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7C1B318-1E38-54E8-FF99-0816A83940FF}"/>
              </a:ext>
            </a:extLst>
          </p:cNvPr>
          <p:cNvSpPr/>
          <p:nvPr/>
        </p:nvSpPr>
        <p:spPr>
          <a:xfrm>
            <a:off x="874609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E7D731A-BD6A-E4DE-D1D3-24A7DE45E081}"/>
              </a:ext>
            </a:extLst>
          </p:cNvPr>
          <p:cNvSpPr/>
          <p:nvPr/>
        </p:nvSpPr>
        <p:spPr>
          <a:xfrm>
            <a:off x="88425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1E6E2F4-789F-A3D4-F5D4-8D546DD33A6D}"/>
              </a:ext>
            </a:extLst>
          </p:cNvPr>
          <p:cNvSpPr/>
          <p:nvPr/>
        </p:nvSpPr>
        <p:spPr>
          <a:xfrm>
            <a:off x="89467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D410B3-64F5-DAE7-5533-CED043BF2F51}"/>
              </a:ext>
            </a:extLst>
          </p:cNvPr>
          <p:cNvSpPr/>
          <p:nvPr/>
        </p:nvSpPr>
        <p:spPr>
          <a:xfrm>
            <a:off x="904317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752A8D0-F38F-E5E5-7B5A-231C66B0D4CB}"/>
              </a:ext>
            </a:extLst>
          </p:cNvPr>
          <p:cNvSpPr/>
          <p:nvPr/>
        </p:nvSpPr>
        <p:spPr>
          <a:xfrm>
            <a:off x="91473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B01E35F-B4FB-F220-DA57-85DDF2805506}"/>
              </a:ext>
            </a:extLst>
          </p:cNvPr>
          <p:cNvSpPr/>
          <p:nvPr/>
        </p:nvSpPr>
        <p:spPr>
          <a:xfrm>
            <a:off x="924380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86EE373-8F6E-ECE2-5D00-67482B0F722B}"/>
              </a:ext>
            </a:extLst>
          </p:cNvPr>
          <p:cNvSpPr/>
          <p:nvPr/>
        </p:nvSpPr>
        <p:spPr>
          <a:xfrm>
            <a:off x="931711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8C75212-88FE-0974-CE6B-FEC762C4804F}"/>
              </a:ext>
            </a:extLst>
          </p:cNvPr>
          <p:cNvSpPr/>
          <p:nvPr/>
        </p:nvSpPr>
        <p:spPr>
          <a:xfrm>
            <a:off x="94135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7073DD8-EAE8-153D-1992-CF63C5FDFDAF}"/>
              </a:ext>
            </a:extLst>
          </p:cNvPr>
          <p:cNvSpPr/>
          <p:nvPr/>
        </p:nvSpPr>
        <p:spPr>
          <a:xfrm>
            <a:off x="951774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A448353-1292-22CC-A662-E458E7E8ACEE}"/>
              </a:ext>
            </a:extLst>
          </p:cNvPr>
          <p:cNvSpPr/>
          <p:nvPr/>
        </p:nvSpPr>
        <p:spPr>
          <a:xfrm>
            <a:off x="96141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43DD339-4FAC-F886-458C-4298101AC83E}"/>
              </a:ext>
            </a:extLst>
          </p:cNvPr>
          <p:cNvSpPr/>
          <p:nvPr/>
        </p:nvSpPr>
        <p:spPr>
          <a:xfrm>
            <a:off x="97183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0D60B2E-0D4B-EB2A-4A21-D248DD1CA5ED}"/>
              </a:ext>
            </a:extLst>
          </p:cNvPr>
          <p:cNvSpPr/>
          <p:nvPr/>
        </p:nvSpPr>
        <p:spPr>
          <a:xfrm>
            <a:off x="981482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B83D654-F9AC-4C0B-A5B6-C9F23D93DB55}"/>
              </a:ext>
            </a:extLst>
          </p:cNvPr>
          <p:cNvSpPr/>
          <p:nvPr/>
        </p:nvSpPr>
        <p:spPr>
          <a:xfrm>
            <a:off x="99189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C373F25-7960-D410-5071-911D22887918}"/>
              </a:ext>
            </a:extLst>
          </p:cNvPr>
          <p:cNvSpPr/>
          <p:nvPr/>
        </p:nvSpPr>
        <p:spPr>
          <a:xfrm>
            <a:off x="1001545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0430BBC-09B3-618E-3D12-FEB7C9F05435}"/>
              </a:ext>
            </a:extLst>
          </p:cNvPr>
          <p:cNvSpPr/>
          <p:nvPr/>
        </p:nvSpPr>
        <p:spPr>
          <a:xfrm>
            <a:off x="1011577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D75F33-6D57-8A9A-DF42-EC88B142FACF}"/>
              </a:ext>
            </a:extLst>
          </p:cNvPr>
          <p:cNvSpPr/>
          <p:nvPr/>
        </p:nvSpPr>
        <p:spPr>
          <a:xfrm>
            <a:off x="102122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C10D7AB-BBD3-6EEA-DB8B-0D7161B80548}"/>
              </a:ext>
            </a:extLst>
          </p:cNvPr>
          <p:cNvSpPr/>
          <p:nvPr/>
        </p:nvSpPr>
        <p:spPr>
          <a:xfrm>
            <a:off x="1031639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6B25A99-9659-2360-29BA-8475EEC5C11E}"/>
              </a:ext>
            </a:extLst>
          </p:cNvPr>
          <p:cNvSpPr/>
          <p:nvPr/>
        </p:nvSpPr>
        <p:spPr>
          <a:xfrm>
            <a:off x="104128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1964721-7D73-4914-4871-AB865F0FACFC}"/>
              </a:ext>
            </a:extLst>
          </p:cNvPr>
          <p:cNvSpPr/>
          <p:nvPr/>
        </p:nvSpPr>
        <p:spPr>
          <a:xfrm>
            <a:off x="105170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2C7B2BC-C909-0218-987B-9615918E116C}"/>
              </a:ext>
            </a:extLst>
          </p:cNvPr>
          <p:cNvSpPr/>
          <p:nvPr/>
        </p:nvSpPr>
        <p:spPr>
          <a:xfrm>
            <a:off x="1061348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96A32EB-6647-B97E-B364-5023E4E4025F}"/>
              </a:ext>
            </a:extLst>
          </p:cNvPr>
          <p:cNvSpPr/>
          <p:nvPr/>
        </p:nvSpPr>
        <p:spPr>
          <a:xfrm>
            <a:off x="107176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051FD80-B676-35B7-8102-3EAD4B1FA613}"/>
              </a:ext>
            </a:extLst>
          </p:cNvPr>
          <p:cNvSpPr/>
          <p:nvPr/>
        </p:nvSpPr>
        <p:spPr>
          <a:xfrm>
            <a:off x="1081411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ECBC477-D56F-178B-C10A-91A10FE7642D}"/>
              </a:ext>
            </a:extLst>
          </p:cNvPr>
          <p:cNvSpPr/>
          <p:nvPr/>
        </p:nvSpPr>
        <p:spPr>
          <a:xfrm>
            <a:off x="7746805" y="3972258"/>
            <a:ext cx="3179195" cy="21716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Embedding layer</a:t>
            </a:r>
          </a:p>
        </p:txBody>
      </p:sp>
      <p:sp>
        <p:nvSpPr>
          <p:cNvPr id="41" name="Rectangle 40">
            <a:extLst>
              <a:ext uri="{FF2B5EF4-FFF2-40B4-BE49-F238E27FC236}">
                <a16:creationId xmlns:a16="http://schemas.microsoft.com/office/drawing/2014/main" id="{47AB08D4-87AB-A155-D91F-6E610A36D216}"/>
              </a:ext>
            </a:extLst>
          </p:cNvPr>
          <p:cNvSpPr/>
          <p:nvPr/>
        </p:nvSpPr>
        <p:spPr>
          <a:xfrm>
            <a:off x="7115992" y="3115731"/>
            <a:ext cx="111890"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1F9F50F-24AA-DABC-7B0B-32BE01B3322F}"/>
              </a:ext>
            </a:extLst>
          </p:cNvPr>
          <p:cNvSpPr/>
          <p:nvPr/>
        </p:nvSpPr>
        <p:spPr>
          <a:xfrm>
            <a:off x="6512172" y="3115731"/>
            <a:ext cx="111890"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Bracket 44">
            <a:extLst>
              <a:ext uri="{FF2B5EF4-FFF2-40B4-BE49-F238E27FC236}">
                <a16:creationId xmlns:a16="http://schemas.microsoft.com/office/drawing/2014/main" id="{8B19B6FF-5328-763E-E693-BB057676D123}"/>
              </a:ext>
            </a:extLst>
          </p:cNvPr>
          <p:cNvSpPr/>
          <p:nvPr/>
        </p:nvSpPr>
        <p:spPr>
          <a:xfrm>
            <a:off x="6472143" y="4313481"/>
            <a:ext cx="218951"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A</a:t>
            </a:r>
          </a:p>
        </p:txBody>
      </p:sp>
      <p:sp>
        <p:nvSpPr>
          <p:cNvPr id="46" name="Double Bracket 45">
            <a:extLst>
              <a:ext uri="{FF2B5EF4-FFF2-40B4-BE49-F238E27FC236}">
                <a16:creationId xmlns:a16="http://schemas.microsoft.com/office/drawing/2014/main" id="{DF60784F-FC95-7978-3A87-C3C0F2C43B99}"/>
              </a:ext>
            </a:extLst>
          </p:cNvPr>
          <p:cNvSpPr/>
          <p:nvPr/>
        </p:nvSpPr>
        <p:spPr>
          <a:xfrm>
            <a:off x="7089466" y="4315102"/>
            <a:ext cx="218951"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S</a:t>
            </a:r>
          </a:p>
        </p:txBody>
      </p:sp>
      <p:sp>
        <p:nvSpPr>
          <p:cNvPr id="47" name="Double Bracket 46">
            <a:extLst>
              <a:ext uri="{FF2B5EF4-FFF2-40B4-BE49-F238E27FC236}">
                <a16:creationId xmlns:a16="http://schemas.microsoft.com/office/drawing/2014/main" id="{DFA4B869-28A8-E6BA-6C77-FCE96B791214}"/>
              </a:ext>
            </a:extLst>
          </p:cNvPr>
          <p:cNvSpPr/>
          <p:nvPr/>
        </p:nvSpPr>
        <p:spPr>
          <a:xfrm>
            <a:off x="7746805" y="4313481"/>
            <a:ext cx="1394274"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text</a:t>
            </a:r>
          </a:p>
        </p:txBody>
      </p:sp>
      <p:sp>
        <p:nvSpPr>
          <p:cNvPr id="48" name="Double Bracket 47">
            <a:extLst>
              <a:ext uri="{FF2B5EF4-FFF2-40B4-BE49-F238E27FC236}">
                <a16:creationId xmlns:a16="http://schemas.microsoft.com/office/drawing/2014/main" id="{0EC3CAED-6AAE-4D0F-9A57-EEB875AFF448}"/>
              </a:ext>
            </a:extLst>
          </p:cNvPr>
          <p:cNvSpPr/>
          <p:nvPr/>
        </p:nvSpPr>
        <p:spPr>
          <a:xfrm>
            <a:off x="9259234" y="4313481"/>
            <a:ext cx="594669"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is</a:t>
            </a:r>
          </a:p>
        </p:txBody>
      </p:sp>
      <p:sp>
        <p:nvSpPr>
          <p:cNvPr id="49" name="Double Bracket 48">
            <a:extLst>
              <a:ext uri="{FF2B5EF4-FFF2-40B4-BE49-F238E27FC236}">
                <a16:creationId xmlns:a16="http://schemas.microsoft.com/office/drawing/2014/main" id="{4EAAB1FC-9282-F783-7798-27C091467208}"/>
              </a:ext>
            </a:extLst>
          </p:cNvPr>
          <p:cNvSpPr/>
          <p:nvPr/>
        </p:nvSpPr>
        <p:spPr>
          <a:xfrm>
            <a:off x="9909838" y="4313481"/>
            <a:ext cx="996872"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here</a:t>
            </a:r>
          </a:p>
        </p:txBody>
      </p:sp>
      <p:sp>
        <p:nvSpPr>
          <p:cNvPr id="50" name="TextBox 49">
            <a:extLst>
              <a:ext uri="{FF2B5EF4-FFF2-40B4-BE49-F238E27FC236}">
                <a16:creationId xmlns:a16="http://schemas.microsoft.com/office/drawing/2014/main" id="{3B37BBD3-55E1-D8E5-EE68-7777B8CF5447}"/>
              </a:ext>
            </a:extLst>
          </p:cNvPr>
          <p:cNvSpPr txBox="1"/>
          <p:nvPr/>
        </p:nvSpPr>
        <p:spPr>
          <a:xfrm rot="18392420">
            <a:off x="6220672" y="2323261"/>
            <a:ext cx="1415772" cy="369332"/>
          </a:xfrm>
          <a:prstGeom prst="rect">
            <a:avLst/>
          </a:prstGeom>
          <a:noFill/>
        </p:spPr>
        <p:txBody>
          <a:bodyPr wrap="none" rtlCol="0">
            <a:spAutoFit/>
          </a:bodyPr>
          <a:lstStyle/>
          <a:p>
            <a:r>
              <a:rPr lang="en-US" dirty="0"/>
              <a:t>Dense layer</a:t>
            </a:r>
          </a:p>
        </p:txBody>
      </p:sp>
      <p:sp>
        <p:nvSpPr>
          <p:cNvPr id="51" name="TextBox 50">
            <a:extLst>
              <a:ext uri="{FF2B5EF4-FFF2-40B4-BE49-F238E27FC236}">
                <a16:creationId xmlns:a16="http://schemas.microsoft.com/office/drawing/2014/main" id="{32BEFBC5-817C-36BF-5FFB-47C6435C13B1}"/>
              </a:ext>
            </a:extLst>
          </p:cNvPr>
          <p:cNvSpPr txBox="1"/>
          <p:nvPr/>
        </p:nvSpPr>
        <p:spPr>
          <a:xfrm rot="18392420">
            <a:off x="6790506" y="2323261"/>
            <a:ext cx="1415772" cy="369332"/>
          </a:xfrm>
          <a:prstGeom prst="rect">
            <a:avLst/>
          </a:prstGeom>
          <a:noFill/>
        </p:spPr>
        <p:txBody>
          <a:bodyPr wrap="none" rtlCol="0">
            <a:spAutoFit/>
          </a:bodyPr>
          <a:lstStyle/>
          <a:p>
            <a:r>
              <a:rPr lang="en-US" dirty="0"/>
              <a:t>Dense layer</a:t>
            </a:r>
          </a:p>
        </p:txBody>
      </p:sp>
      <p:sp>
        <p:nvSpPr>
          <p:cNvPr id="52" name="TextBox 51">
            <a:extLst>
              <a:ext uri="{FF2B5EF4-FFF2-40B4-BE49-F238E27FC236}">
                <a16:creationId xmlns:a16="http://schemas.microsoft.com/office/drawing/2014/main" id="{EEB8D956-F4CF-950F-4E9F-CB8004352646}"/>
              </a:ext>
            </a:extLst>
          </p:cNvPr>
          <p:cNvSpPr txBox="1"/>
          <p:nvPr/>
        </p:nvSpPr>
        <p:spPr>
          <a:xfrm>
            <a:off x="7961883" y="2688526"/>
            <a:ext cx="2675726" cy="369332"/>
          </a:xfrm>
          <a:prstGeom prst="rect">
            <a:avLst/>
          </a:prstGeom>
          <a:noFill/>
        </p:spPr>
        <p:txBody>
          <a:bodyPr wrap="square" rtlCol="0">
            <a:spAutoFit/>
          </a:bodyPr>
          <a:lstStyle/>
          <a:p>
            <a:pPr algn="ctr"/>
            <a:r>
              <a:rPr lang="en-US" dirty="0"/>
              <a:t>Transformer layer</a:t>
            </a:r>
          </a:p>
        </p:txBody>
      </p:sp>
      <p:sp>
        <p:nvSpPr>
          <p:cNvPr id="7" name="Plus Sign 6">
            <a:extLst>
              <a:ext uri="{FF2B5EF4-FFF2-40B4-BE49-F238E27FC236}">
                <a16:creationId xmlns:a16="http://schemas.microsoft.com/office/drawing/2014/main" id="{670BA7C1-8EB0-08F3-8607-C33C98BB2592}"/>
              </a:ext>
            </a:extLst>
          </p:cNvPr>
          <p:cNvSpPr/>
          <p:nvPr/>
        </p:nvSpPr>
        <p:spPr>
          <a:xfrm>
            <a:off x="7397773" y="3393913"/>
            <a:ext cx="231040" cy="254014"/>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lus Sign 42">
            <a:extLst>
              <a:ext uri="{FF2B5EF4-FFF2-40B4-BE49-F238E27FC236}">
                <a16:creationId xmlns:a16="http://schemas.microsoft.com/office/drawing/2014/main" id="{1FA824C7-DC58-039D-1490-8C2B36553E02}"/>
              </a:ext>
            </a:extLst>
          </p:cNvPr>
          <p:cNvSpPr/>
          <p:nvPr/>
        </p:nvSpPr>
        <p:spPr>
          <a:xfrm>
            <a:off x="6741011" y="3393913"/>
            <a:ext cx="231040" cy="254014"/>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71649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520BF-A7E6-2705-6D94-81425C68C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68DEA-42D5-E78C-AEF0-1297D49E122F}"/>
              </a:ext>
            </a:extLst>
          </p:cNvPr>
          <p:cNvSpPr>
            <a:spLocks noGrp="1"/>
          </p:cNvSpPr>
          <p:nvPr>
            <p:ph type="title"/>
          </p:nvPr>
        </p:nvSpPr>
        <p:spPr/>
        <p:txBody>
          <a:bodyPr/>
          <a:lstStyle/>
          <a:p>
            <a:r>
              <a:rPr lang="en-US" dirty="0">
                <a:latin typeface="Aptos" panose="020B0004020202020204" pitchFamily="34" charset="0"/>
              </a:rPr>
              <a:t>Pipeline – Incorporating style conditioning  </a:t>
            </a:r>
            <a:endParaRPr lang="en-US" dirty="0"/>
          </a:p>
        </p:txBody>
      </p:sp>
      <p:sp>
        <p:nvSpPr>
          <p:cNvPr id="3" name="Content Placeholder 2">
            <a:extLst>
              <a:ext uri="{FF2B5EF4-FFF2-40B4-BE49-F238E27FC236}">
                <a16:creationId xmlns:a16="http://schemas.microsoft.com/office/drawing/2014/main" id="{AB9A4118-9364-6A0F-7839-1414C6F21076}"/>
              </a:ext>
            </a:extLst>
          </p:cNvPr>
          <p:cNvSpPr>
            <a:spLocks noGrp="1"/>
          </p:cNvSpPr>
          <p:nvPr>
            <p:ph idx="1"/>
          </p:nvPr>
        </p:nvSpPr>
        <p:spPr>
          <a:xfrm>
            <a:off x="679167" y="1944461"/>
            <a:ext cx="4768509" cy="4706709"/>
          </a:xfrm>
        </p:spPr>
        <p:txBody>
          <a:bodyPr/>
          <a:lstStyle/>
          <a:p>
            <a:pPr marL="0" indent="0">
              <a:lnSpc>
                <a:spcPct val="100000"/>
              </a:lnSpc>
              <a:buNone/>
            </a:pPr>
            <a:r>
              <a:rPr lang="en-US" sz="2000" dirty="0">
                <a:latin typeface="Aptos" panose="020B0004020202020204" pitchFamily="34" charset="0"/>
              </a:rPr>
              <a:t>Need to choose whether CDS or CBT is generated. </a:t>
            </a:r>
          </a:p>
          <a:p>
            <a:pPr marL="0" indent="0">
              <a:lnSpc>
                <a:spcPct val="100000"/>
              </a:lnSpc>
              <a:buNone/>
            </a:pPr>
            <a:endParaRPr lang="en-US" sz="2000" dirty="0">
              <a:latin typeface="Aptos" panose="020B0004020202020204" pitchFamily="34" charset="0"/>
            </a:endParaRPr>
          </a:p>
          <a:p>
            <a:pPr marL="0" indent="0">
              <a:lnSpc>
                <a:spcPct val="100000"/>
              </a:lnSpc>
              <a:buNone/>
            </a:pPr>
            <a:r>
              <a:rPr lang="en-US" sz="2000" b="1" dirty="0">
                <a:latin typeface="Aptos" panose="020B0004020202020204" pitchFamily="34" charset="0"/>
              </a:rPr>
              <a:t>Compared approaches:</a:t>
            </a:r>
          </a:p>
          <a:p>
            <a:pPr>
              <a:lnSpc>
                <a:spcPct val="100000"/>
              </a:lnSpc>
            </a:pPr>
            <a:r>
              <a:rPr lang="en-US" sz="2000" b="1" dirty="0">
                <a:latin typeface="Aptos" panose="020B0004020202020204" pitchFamily="34" charset="0"/>
              </a:rPr>
              <a:t>S1: </a:t>
            </a:r>
            <a:r>
              <a:rPr lang="en-US" sz="2000" dirty="0">
                <a:latin typeface="Aptos" panose="020B0004020202020204" pitchFamily="34" charset="0"/>
              </a:rPr>
              <a:t>Add a special style token (”special word”) in front of each text input.</a:t>
            </a:r>
            <a:endParaRPr lang="en-US" sz="600" dirty="0">
              <a:latin typeface="Aptos" panose="020B0004020202020204" pitchFamily="34" charset="0"/>
            </a:endParaRPr>
          </a:p>
          <a:p>
            <a:pPr>
              <a:lnSpc>
                <a:spcPct val="100000"/>
              </a:lnSpc>
            </a:pPr>
            <a:r>
              <a:rPr lang="en-US" sz="2000" b="1" dirty="0">
                <a:latin typeface="Aptos" panose="020B0004020202020204" pitchFamily="34" charset="0"/>
              </a:rPr>
              <a:t>S2: </a:t>
            </a:r>
            <a:r>
              <a:rPr lang="en-US" sz="2000" dirty="0">
                <a:latin typeface="Aptos" panose="020B0004020202020204" pitchFamily="34" charset="0"/>
              </a:rPr>
              <a:t>Use a separate model input for style (0/1), mapped to an embedding with a learnable layer, and concatenated in front of word token embeddings.</a:t>
            </a:r>
            <a:endParaRPr lang="en-US" sz="500" dirty="0">
              <a:latin typeface="Aptos" panose="020B0004020202020204" pitchFamily="34" charset="0"/>
            </a:endParaRPr>
          </a:p>
          <a:p>
            <a:pPr>
              <a:lnSpc>
                <a:spcPct val="100000"/>
              </a:lnSpc>
            </a:pPr>
            <a:r>
              <a:rPr lang="en-US" sz="2000" b="1" dirty="0">
                <a:highlight>
                  <a:srgbClr val="EFEFEF"/>
                </a:highlight>
                <a:latin typeface="Aptos" panose="020B0004020202020204" pitchFamily="34" charset="0"/>
              </a:rPr>
              <a:t>S3: </a:t>
            </a:r>
            <a:r>
              <a:rPr lang="en-US" sz="2000" dirty="0">
                <a:highlight>
                  <a:srgbClr val="EFEFEF"/>
                </a:highlight>
                <a:latin typeface="Aptos" panose="020B0004020202020204" pitchFamily="34" charset="0"/>
              </a:rPr>
              <a:t>Combine style information with age-conditioning by using unused age bin for the books.</a:t>
            </a:r>
          </a:p>
        </p:txBody>
      </p:sp>
      <p:sp>
        <p:nvSpPr>
          <p:cNvPr id="4" name="Footer Placeholder 3">
            <a:extLst>
              <a:ext uri="{FF2B5EF4-FFF2-40B4-BE49-F238E27FC236}">
                <a16:creationId xmlns:a16="http://schemas.microsoft.com/office/drawing/2014/main" id="{A560109F-18B1-257D-6676-C7E4BA6935A6}"/>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3BF41374-43CA-1E82-92D6-24316BB3E010}"/>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4118622E-421C-3ACF-C216-4E0D985E6E85}"/>
              </a:ext>
            </a:extLst>
          </p:cNvPr>
          <p:cNvSpPr>
            <a:spLocks noGrp="1"/>
          </p:cNvSpPr>
          <p:nvPr>
            <p:ph type="sldNum" sz="quarter" idx="4"/>
          </p:nvPr>
        </p:nvSpPr>
        <p:spPr/>
        <p:txBody>
          <a:bodyPr/>
          <a:lstStyle/>
          <a:p>
            <a:r>
              <a:rPr lang="en-GB" noProof="0"/>
              <a:t>|  </a:t>
            </a:r>
            <a:fld id="{CDC8994D-33BE-6F4B-918B-78B2D731EB1C}" type="slidenum">
              <a:rPr lang="en-GB" noProof="0" smtClean="0"/>
              <a:pPr/>
              <a:t>14</a:t>
            </a:fld>
            <a:endParaRPr lang="en-GB" noProof="0"/>
          </a:p>
        </p:txBody>
      </p:sp>
      <p:sp>
        <p:nvSpPr>
          <p:cNvPr id="8" name="Rectangle 7">
            <a:extLst>
              <a:ext uri="{FF2B5EF4-FFF2-40B4-BE49-F238E27FC236}">
                <a16:creationId xmlns:a16="http://schemas.microsoft.com/office/drawing/2014/main" id="{8A6BD59D-822A-ADD0-985B-9E923C4091BD}"/>
              </a:ext>
            </a:extLst>
          </p:cNvPr>
          <p:cNvSpPr/>
          <p:nvPr/>
        </p:nvSpPr>
        <p:spPr>
          <a:xfrm>
            <a:off x="774680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517A82A-989A-2024-6F13-4577328C242C}"/>
              </a:ext>
            </a:extLst>
          </p:cNvPr>
          <p:cNvSpPr/>
          <p:nvPr/>
        </p:nvSpPr>
        <p:spPr>
          <a:xfrm>
            <a:off x="78432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8704B9-D7D4-ABC4-12BE-BE2662668A6D}"/>
              </a:ext>
            </a:extLst>
          </p:cNvPr>
          <p:cNvSpPr/>
          <p:nvPr/>
        </p:nvSpPr>
        <p:spPr>
          <a:xfrm>
            <a:off x="794743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1A3478F-C8B1-C213-3360-1D0FE95DD0E3}"/>
              </a:ext>
            </a:extLst>
          </p:cNvPr>
          <p:cNvSpPr/>
          <p:nvPr/>
        </p:nvSpPr>
        <p:spPr>
          <a:xfrm>
            <a:off x="80438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5D7255E-BA51-95DF-E3A8-5EBAA3D69FD1}"/>
              </a:ext>
            </a:extLst>
          </p:cNvPr>
          <p:cNvSpPr/>
          <p:nvPr/>
        </p:nvSpPr>
        <p:spPr>
          <a:xfrm>
            <a:off x="814806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D66D314-72BA-0462-71E7-72CD4E0554B7}"/>
              </a:ext>
            </a:extLst>
          </p:cNvPr>
          <p:cNvSpPr/>
          <p:nvPr/>
        </p:nvSpPr>
        <p:spPr>
          <a:xfrm>
            <a:off x="824451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012615E-BE4A-DED3-D8D6-54A15DD3247F}"/>
              </a:ext>
            </a:extLst>
          </p:cNvPr>
          <p:cNvSpPr/>
          <p:nvPr/>
        </p:nvSpPr>
        <p:spPr>
          <a:xfrm>
            <a:off x="834868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C6FDE95-A9FA-00B4-2BC2-C78D7DB98A94}"/>
              </a:ext>
            </a:extLst>
          </p:cNvPr>
          <p:cNvSpPr/>
          <p:nvPr/>
        </p:nvSpPr>
        <p:spPr>
          <a:xfrm>
            <a:off x="844514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5D218D2-F5B0-8DD6-2911-A08E24D792C9}"/>
              </a:ext>
            </a:extLst>
          </p:cNvPr>
          <p:cNvSpPr/>
          <p:nvPr/>
        </p:nvSpPr>
        <p:spPr>
          <a:xfrm>
            <a:off x="854546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38C57EE-0D6E-C0E0-BEE5-DACE9F8AF1DB}"/>
              </a:ext>
            </a:extLst>
          </p:cNvPr>
          <p:cNvSpPr/>
          <p:nvPr/>
        </p:nvSpPr>
        <p:spPr>
          <a:xfrm>
            <a:off x="86419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DEBECF-1A34-E713-FD9C-C702E9DBB88F}"/>
              </a:ext>
            </a:extLst>
          </p:cNvPr>
          <p:cNvSpPr/>
          <p:nvPr/>
        </p:nvSpPr>
        <p:spPr>
          <a:xfrm>
            <a:off x="874609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60E5A1A-5572-3434-149A-C19884DCCF92}"/>
              </a:ext>
            </a:extLst>
          </p:cNvPr>
          <p:cNvSpPr/>
          <p:nvPr/>
        </p:nvSpPr>
        <p:spPr>
          <a:xfrm>
            <a:off x="88425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EBE06BE-1C3B-CAAE-1263-15A65A5DD7E3}"/>
              </a:ext>
            </a:extLst>
          </p:cNvPr>
          <p:cNvSpPr/>
          <p:nvPr/>
        </p:nvSpPr>
        <p:spPr>
          <a:xfrm>
            <a:off x="894671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03263BB-72F7-F1FE-2462-6699D6034040}"/>
              </a:ext>
            </a:extLst>
          </p:cNvPr>
          <p:cNvSpPr/>
          <p:nvPr/>
        </p:nvSpPr>
        <p:spPr>
          <a:xfrm>
            <a:off x="904317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F5C408E-11CA-390D-BDD3-AA4F4C99E2EB}"/>
              </a:ext>
            </a:extLst>
          </p:cNvPr>
          <p:cNvSpPr/>
          <p:nvPr/>
        </p:nvSpPr>
        <p:spPr>
          <a:xfrm>
            <a:off x="914734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A00502F-C665-EF6F-A24F-39C960EA1D26}"/>
              </a:ext>
            </a:extLst>
          </p:cNvPr>
          <p:cNvSpPr/>
          <p:nvPr/>
        </p:nvSpPr>
        <p:spPr>
          <a:xfrm>
            <a:off x="924380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6817C7-09A0-334F-AAF4-9A7548C7F47A}"/>
              </a:ext>
            </a:extLst>
          </p:cNvPr>
          <p:cNvSpPr/>
          <p:nvPr/>
        </p:nvSpPr>
        <p:spPr>
          <a:xfrm>
            <a:off x="931711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F5C91EC-C02B-CC5D-E63A-A7BE72876EA1}"/>
              </a:ext>
            </a:extLst>
          </p:cNvPr>
          <p:cNvSpPr/>
          <p:nvPr/>
        </p:nvSpPr>
        <p:spPr>
          <a:xfrm>
            <a:off x="94135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7534234-D867-5AF9-92D7-D8386A3FBADC}"/>
              </a:ext>
            </a:extLst>
          </p:cNvPr>
          <p:cNvSpPr/>
          <p:nvPr/>
        </p:nvSpPr>
        <p:spPr>
          <a:xfrm>
            <a:off x="9517742"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F9078F5-7FBE-CF90-ECCE-B0148CA4C746}"/>
              </a:ext>
            </a:extLst>
          </p:cNvPr>
          <p:cNvSpPr/>
          <p:nvPr/>
        </p:nvSpPr>
        <p:spPr>
          <a:xfrm>
            <a:off x="96141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19FE26-AA57-A7E7-79F4-7DD87FB442D0}"/>
              </a:ext>
            </a:extLst>
          </p:cNvPr>
          <p:cNvSpPr/>
          <p:nvPr/>
        </p:nvSpPr>
        <p:spPr>
          <a:xfrm>
            <a:off x="9718370"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F1698F-6DFA-8806-F918-0478DF090CD6}"/>
              </a:ext>
            </a:extLst>
          </p:cNvPr>
          <p:cNvSpPr/>
          <p:nvPr/>
        </p:nvSpPr>
        <p:spPr>
          <a:xfrm>
            <a:off x="9814826"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E9C8BFB-2A75-E025-BEA3-1860FFFC8453}"/>
              </a:ext>
            </a:extLst>
          </p:cNvPr>
          <p:cNvSpPr/>
          <p:nvPr/>
        </p:nvSpPr>
        <p:spPr>
          <a:xfrm>
            <a:off x="9918998"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CD32966-A445-3235-9D7D-2E32F786274D}"/>
              </a:ext>
            </a:extLst>
          </p:cNvPr>
          <p:cNvSpPr/>
          <p:nvPr/>
        </p:nvSpPr>
        <p:spPr>
          <a:xfrm>
            <a:off x="10015454"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94039B2-1475-CDBF-D98E-2B4D5E0160EA}"/>
              </a:ext>
            </a:extLst>
          </p:cNvPr>
          <p:cNvSpPr/>
          <p:nvPr/>
        </p:nvSpPr>
        <p:spPr>
          <a:xfrm>
            <a:off x="1011577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6862993-3B76-1655-91B2-D31C8FDF22B4}"/>
              </a:ext>
            </a:extLst>
          </p:cNvPr>
          <p:cNvSpPr/>
          <p:nvPr/>
        </p:nvSpPr>
        <p:spPr>
          <a:xfrm>
            <a:off x="102122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8D3F770-982B-5628-7AC5-43A700C87F90}"/>
              </a:ext>
            </a:extLst>
          </p:cNvPr>
          <p:cNvSpPr/>
          <p:nvPr/>
        </p:nvSpPr>
        <p:spPr>
          <a:xfrm>
            <a:off x="10316399"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F266B47-4C54-0A04-B676-978C2A751296}"/>
              </a:ext>
            </a:extLst>
          </p:cNvPr>
          <p:cNvSpPr/>
          <p:nvPr/>
        </p:nvSpPr>
        <p:spPr>
          <a:xfrm>
            <a:off x="104128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03318E9-66AE-DDFE-A6CA-AAF68E6FF493}"/>
              </a:ext>
            </a:extLst>
          </p:cNvPr>
          <p:cNvSpPr/>
          <p:nvPr/>
        </p:nvSpPr>
        <p:spPr>
          <a:xfrm>
            <a:off x="10517027"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9D9CC6B-0554-F486-93CD-3116CA0DABF4}"/>
              </a:ext>
            </a:extLst>
          </p:cNvPr>
          <p:cNvSpPr/>
          <p:nvPr/>
        </p:nvSpPr>
        <p:spPr>
          <a:xfrm>
            <a:off x="10613483"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55A79C0-0DA3-7CAB-53EF-F0F2A7D7EE74}"/>
              </a:ext>
            </a:extLst>
          </p:cNvPr>
          <p:cNvSpPr/>
          <p:nvPr/>
        </p:nvSpPr>
        <p:spPr>
          <a:xfrm>
            <a:off x="10717655"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A2EB942-5A03-E676-AAC4-2D668F87F7AF}"/>
              </a:ext>
            </a:extLst>
          </p:cNvPr>
          <p:cNvSpPr/>
          <p:nvPr/>
        </p:nvSpPr>
        <p:spPr>
          <a:xfrm>
            <a:off x="10814111" y="3115731"/>
            <a:ext cx="111889"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BA98D69-2D0D-D0A1-DE5A-D7DD9555D7FD}"/>
              </a:ext>
            </a:extLst>
          </p:cNvPr>
          <p:cNvSpPr/>
          <p:nvPr/>
        </p:nvSpPr>
        <p:spPr>
          <a:xfrm>
            <a:off x="7746805" y="3972258"/>
            <a:ext cx="3179195" cy="217164"/>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Embedding layer</a:t>
            </a:r>
          </a:p>
        </p:txBody>
      </p:sp>
      <p:sp>
        <p:nvSpPr>
          <p:cNvPr id="41" name="Rectangle 40">
            <a:extLst>
              <a:ext uri="{FF2B5EF4-FFF2-40B4-BE49-F238E27FC236}">
                <a16:creationId xmlns:a16="http://schemas.microsoft.com/office/drawing/2014/main" id="{A8A86D95-BC23-8ED7-4045-09ED903E9738}"/>
              </a:ext>
            </a:extLst>
          </p:cNvPr>
          <p:cNvSpPr/>
          <p:nvPr/>
        </p:nvSpPr>
        <p:spPr>
          <a:xfrm>
            <a:off x="7115992" y="3115731"/>
            <a:ext cx="111890" cy="74078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ouble Bracket 44">
            <a:extLst>
              <a:ext uri="{FF2B5EF4-FFF2-40B4-BE49-F238E27FC236}">
                <a16:creationId xmlns:a16="http://schemas.microsoft.com/office/drawing/2014/main" id="{51CEB8BE-E196-C1DB-BB4B-305E31B79697}"/>
              </a:ext>
            </a:extLst>
          </p:cNvPr>
          <p:cNvSpPr/>
          <p:nvPr/>
        </p:nvSpPr>
        <p:spPr>
          <a:xfrm>
            <a:off x="7092083" y="4313481"/>
            <a:ext cx="218951"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A</a:t>
            </a:r>
          </a:p>
        </p:txBody>
      </p:sp>
      <p:sp>
        <p:nvSpPr>
          <p:cNvPr id="47" name="Double Bracket 46">
            <a:extLst>
              <a:ext uri="{FF2B5EF4-FFF2-40B4-BE49-F238E27FC236}">
                <a16:creationId xmlns:a16="http://schemas.microsoft.com/office/drawing/2014/main" id="{389C4A16-AFFE-9338-D1F2-E0BF2F9DD1F3}"/>
              </a:ext>
            </a:extLst>
          </p:cNvPr>
          <p:cNvSpPr/>
          <p:nvPr/>
        </p:nvSpPr>
        <p:spPr>
          <a:xfrm>
            <a:off x="7746805" y="4313481"/>
            <a:ext cx="1394274" cy="217163"/>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text</a:t>
            </a:r>
          </a:p>
        </p:txBody>
      </p:sp>
      <p:sp>
        <p:nvSpPr>
          <p:cNvPr id="48" name="Double Bracket 47">
            <a:extLst>
              <a:ext uri="{FF2B5EF4-FFF2-40B4-BE49-F238E27FC236}">
                <a16:creationId xmlns:a16="http://schemas.microsoft.com/office/drawing/2014/main" id="{C468A625-29ED-076A-6DD8-206757F20C31}"/>
              </a:ext>
            </a:extLst>
          </p:cNvPr>
          <p:cNvSpPr/>
          <p:nvPr/>
        </p:nvSpPr>
        <p:spPr>
          <a:xfrm>
            <a:off x="9259234" y="4313481"/>
            <a:ext cx="594669"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is</a:t>
            </a:r>
          </a:p>
        </p:txBody>
      </p:sp>
      <p:sp>
        <p:nvSpPr>
          <p:cNvPr id="49" name="Double Bracket 48">
            <a:extLst>
              <a:ext uri="{FF2B5EF4-FFF2-40B4-BE49-F238E27FC236}">
                <a16:creationId xmlns:a16="http://schemas.microsoft.com/office/drawing/2014/main" id="{9A217F72-5610-C4AD-9BD5-1B4A86ED518E}"/>
              </a:ext>
            </a:extLst>
          </p:cNvPr>
          <p:cNvSpPr/>
          <p:nvPr/>
        </p:nvSpPr>
        <p:spPr>
          <a:xfrm>
            <a:off x="9909838" y="4313481"/>
            <a:ext cx="996872" cy="21716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here</a:t>
            </a:r>
          </a:p>
        </p:txBody>
      </p:sp>
      <p:sp>
        <p:nvSpPr>
          <p:cNvPr id="51" name="TextBox 50">
            <a:extLst>
              <a:ext uri="{FF2B5EF4-FFF2-40B4-BE49-F238E27FC236}">
                <a16:creationId xmlns:a16="http://schemas.microsoft.com/office/drawing/2014/main" id="{0521B06A-3FBE-3FF0-205B-A545713DA751}"/>
              </a:ext>
            </a:extLst>
          </p:cNvPr>
          <p:cNvSpPr txBox="1"/>
          <p:nvPr/>
        </p:nvSpPr>
        <p:spPr>
          <a:xfrm rot="18392420">
            <a:off x="6790506" y="2323261"/>
            <a:ext cx="1415772" cy="369332"/>
          </a:xfrm>
          <a:prstGeom prst="rect">
            <a:avLst/>
          </a:prstGeom>
          <a:noFill/>
        </p:spPr>
        <p:txBody>
          <a:bodyPr wrap="none" rtlCol="0">
            <a:spAutoFit/>
          </a:bodyPr>
          <a:lstStyle/>
          <a:p>
            <a:r>
              <a:rPr lang="en-US" dirty="0"/>
              <a:t>Dense layer</a:t>
            </a:r>
          </a:p>
        </p:txBody>
      </p:sp>
      <p:sp>
        <p:nvSpPr>
          <p:cNvPr id="52" name="TextBox 51">
            <a:extLst>
              <a:ext uri="{FF2B5EF4-FFF2-40B4-BE49-F238E27FC236}">
                <a16:creationId xmlns:a16="http://schemas.microsoft.com/office/drawing/2014/main" id="{1DB8F6EB-AFAE-0899-FC35-09C5556C3655}"/>
              </a:ext>
            </a:extLst>
          </p:cNvPr>
          <p:cNvSpPr txBox="1"/>
          <p:nvPr/>
        </p:nvSpPr>
        <p:spPr>
          <a:xfrm>
            <a:off x="7961883" y="2688526"/>
            <a:ext cx="2675726" cy="369332"/>
          </a:xfrm>
          <a:prstGeom prst="rect">
            <a:avLst/>
          </a:prstGeom>
          <a:noFill/>
        </p:spPr>
        <p:txBody>
          <a:bodyPr wrap="square" rtlCol="0">
            <a:spAutoFit/>
          </a:bodyPr>
          <a:lstStyle/>
          <a:p>
            <a:pPr algn="ctr"/>
            <a:r>
              <a:rPr lang="en-US" dirty="0"/>
              <a:t>Transformer layer</a:t>
            </a:r>
          </a:p>
        </p:txBody>
      </p:sp>
      <p:cxnSp>
        <p:nvCxnSpPr>
          <p:cNvPr id="60" name="Straight Arrow Connector 59">
            <a:extLst>
              <a:ext uri="{FF2B5EF4-FFF2-40B4-BE49-F238E27FC236}">
                <a16:creationId xmlns:a16="http://schemas.microsoft.com/office/drawing/2014/main" id="{C7F7349E-5F20-6D6B-19DB-6CEF09DF583F}"/>
              </a:ext>
            </a:extLst>
          </p:cNvPr>
          <p:cNvCxnSpPr/>
          <p:nvPr/>
        </p:nvCxnSpPr>
        <p:spPr>
          <a:xfrm>
            <a:off x="7201558" y="4722748"/>
            <a:ext cx="0" cy="29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Plus Sign 6">
            <a:extLst>
              <a:ext uri="{FF2B5EF4-FFF2-40B4-BE49-F238E27FC236}">
                <a16:creationId xmlns:a16="http://schemas.microsoft.com/office/drawing/2014/main" id="{9780D02F-60CC-250E-1DA4-BDEAEFE9A179}"/>
              </a:ext>
            </a:extLst>
          </p:cNvPr>
          <p:cNvSpPr/>
          <p:nvPr/>
        </p:nvSpPr>
        <p:spPr>
          <a:xfrm>
            <a:off x="7351983" y="3433268"/>
            <a:ext cx="231040" cy="254014"/>
          </a:xfrm>
          <a:prstGeom prst="mathPlus">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Double Bracket 42">
            <a:extLst>
              <a:ext uri="{FF2B5EF4-FFF2-40B4-BE49-F238E27FC236}">
                <a16:creationId xmlns:a16="http://schemas.microsoft.com/office/drawing/2014/main" id="{D6133D9E-F1F9-50C5-0768-9EC4D4A80EC4}"/>
              </a:ext>
            </a:extLst>
          </p:cNvPr>
          <p:cNvSpPr/>
          <p:nvPr/>
        </p:nvSpPr>
        <p:spPr>
          <a:xfrm>
            <a:off x="7078559" y="5108823"/>
            <a:ext cx="218951" cy="25401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S</a:t>
            </a:r>
          </a:p>
        </p:txBody>
      </p:sp>
    </p:spTree>
    <p:extLst>
      <p:ext uri="{BB962C8B-B14F-4D97-AF65-F5344CB8AC3E}">
        <p14:creationId xmlns:p14="http://schemas.microsoft.com/office/powerpoint/2010/main" val="401656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95991-E362-676C-1CFB-B86502250B75}"/>
            </a:ext>
          </a:extLst>
        </p:cNvPr>
        <p:cNvGrpSpPr/>
        <p:nvPr/>
      </p:nvGrpSpPr>
      <p:grpSpPr>
        <a:xfrm>
          <a:off x="0" y="0"/>
          <a:ext cx="0" cy="0"/>
          <a:chOff x="0" y="0"/>
          <a:chExt cx="0" cy="0"/>
        </a:xfrm>
      </p:grpSpPr>
      <p:pic>
        <p:nvPicPr>
          <p:cNvPr id="11" name="Content Placeholder 10" descr="A graph of different types of graphs&#10;&#10;AI-generated content may be incorrect.">
            <a:extLst>
              <a:ext uri="{FF2B5EF4-FFF2-40B4-BE49-F238E27FC236}">
                <a16:creationId xmlns:a16="http://schemas.microsoft.com/office/drawing/2014/main" id="{EB921155-3A60-A8C8-58B6-F16293B90A97}"/>
              </a:ext>
            </a:extLst>
          </p:cNvPr>
          <p:cNvPicPr>
            <a:picLocks noGrp="1" noChangeAspect="1"/>
          </p:cNvPicPr>
          <p:nvPr>
            <p:ph idx="1"/>
          </p:nvPr>
        </p:nvPicPr>
        <p:blipFill>
          <a:blip r:embed="rId3"/>
          <a:stretch>
            <a:fillRect/>
          </a:stretch>
        </p:blipFill>
        <p:spPr>
          <a:xfrm>
            <a:off x="3938381" y="1557339"/>
            <a:ext cx="9022210" cy="4351337"/>
          </a:xfrm>
        </p:spPr>
      </p:pic>
      <p:sp>
        <p:nvSpPr>
          <p:cNvPr id="2" name="Title 1">
            <a:extLst>
              <a:ext uri="{FF2B5EF4-FFF2-40B4-BE49-F238E27FC236}">
                <a16:creationId xmlns:a16="http://schemas.microsoft.com/office/drawing/2014/main" id="{2F794969-344F-3993-6002-1542598B0768}"/>
              </a:ext>
            </a:extLst>
          </p:cNvPr>
          <p:cNvSpPr>
            <a:spLocks noGrp="1"/>
          </p:cNvSpPr>
          <p:nvPr>
            <p:ph type="title"/>
          </p:nvPr>
        </p:nvSpPr>
        <p:spPr/>
        <p:txBody>
          <a:bodyPr/>
          <a:lstStyle/>
          <a:p>
            <a:r>
              <a:rPr lang="en-US" dirty="0">
                <a:latin typeface="Aptos" panose="020B0004020202020204" pitchFamily="34" charset="0"/>
              </a:rPr>
              <a:t>Results – Comparing datasets </a:t>
            </a:r>
            <a:r>
              <a:rPr lang="en-US" b="1" dirty="0">
                <a:latin typeface="Aptos" panose="020B0004020202020204" pitchFamily="34" charset="0"/>
              </a:rPr>
              <a:t>CDS VS GCDS</a:t>
            </a:r>
            <a:br>
              <a:rPr lang="en-US" sz="4000" b="1" dirty="0">
                <a:latin typeface="Aptos" panose="020B0004020202020204" pitchFamily="34" charset="0"/>
              </a:rPr>
            </a:br>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DAED64F7-EA48-934E-639A-FF74EA4CEC22}"/>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67639CDB-FECB-6C0F-DC0A-1E35B0F193E7}"/>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0115F8BA-1B5C-59F1-A081-6AD41DBCAA2A}"/>
              </a:ext>
            </a:extLst>
          </p:cNvPr>
          <p:cNvSpPr>
            <a:spLocks noGrp="1"/>
          </p:cNvSpPr>
          <p:nvPr>
            <p:ph type="sldNum" sz="quarter" idx="4"/>
          </p:nvPr>
        </p:nvSpPr>
        <p:spPr/>
        <p:txBody>
          <a:bodyPr/>
          <a:lstStyle/>
          <a:p>
            <a:r>
              <a:rPr lang="en-GB" noProof="0"/>
              <a:t>|  </a:t>
            </a:r>
            <a:fld id="{CDC8994D-33BE-6F4B-918B-78B2D731EB1C}" type="slidenum">
              <a:rPr lang="en-GB" noProof="0" smtClean="0"/>
              <a:pPr/>
              <a:t>15</a:t>
            </a:fld>
            <a:endParaRPr lang="en-GB" noProof="0"/>
          </a:p>
        </p:txBody>
      </p:sp>
      <p:sp>
        <p:nvSpPr>
          <p:cNvPr id="3" name="Content Placeholder 2">
            <a:extLst>
              <a:ext uri="{FF2B5EF4-FFF2-40B4-BE49-F238E27FC236}">
                <a16:creationId xmlns:a16="http://schemas.microsoft.com/office/drawing/2014/main" id="{8279047E-4E6A-B823-2CA4-8B6E971E3F63}"/>
              </a:ext>
            </a:extLst>
          </p:cNvPr>
          <p:cNvSpPr txBox="1">
            <a:spLocks/>
          </p:cNvSpPr>
          <p:nvPr/>
        </p:nvSpPr>
        <p:spPr>
          <a:xfrm>
            <a:off x="410400" y="1557339"/>
            <a:ext cx="4161600" cy="4788870"/>
          </a:xfrm>
          <a:prstGeom prst="rect">
            <a:avLst/>
          </a:prstGeom>
        </p:spPr>
        <p:txBody>
          <a:bodyPr vert="horz" lIns="91440" tIns="45720" rIns="91440" bIns="45720" rtlCol="0">
            <a:noAutofit/>
          </a:bodyPr>
          <a:lstStyle>
            <a:lvl1pPr marL="180975" indent="-180975" algn="l" defTabSz="914400" rtl="0" eaLnBrk="1" latinLnBrk="0" hangingPunct="1">
              <a:lnSpc>
                <a:spcPct val="90000"/>
              </a:lnSpc>
              <a:spcBef>
                <a:spcPts val="1000"/>
              </a:spcBef>
              <a:buFont typeface="Arial" panose="020B0604020202020204" pitchFamily="34" charset="0"/>
              <a:buChar char="•"/>
              <a:tabLst/>
              <a:defRPr sz="3200" kern="1200">
                <a:solidFill>
                  <a:schemeClr val="tx1"/>
                </a:solidFill>
                <a:latin typeface="+mn-lt"/>
                <a:ea typeface="+mn-ea"/>
                <a:cs typeface="+mn-cs"/>
              </a:defRPr>
            </a:lvl1pPr>
            <a:lvl2pPr marL="488950" indent="-174625" algn="l" defTabSz="914400" rtl="0" eaLnBrk="1" latinLnBrk="0" hangingPunct="1">
              <a:lnSpc>
                <a:spcPct val="90000"/>
              </a:lnSpc>
              <a:spcBef>
                <a:spcPts val="500"/>
              </a:spcBef>
              <a:buFont typeface="Arial" panose="020B0604020202020204" pitchFamily="34" charset="0"/>
              <a:buChar char="•"/>
              <a:tabLst/>
              <a:defRPr sz="2800" kern="1200">
                <a:solidFill>
                  <a:schemeClr val="tx1"/>
                </a:solidFill>
                <a:latin typeface="+mn-lt"/>
                <a:ea typeface="+mn-ea"/>
                <a:cs typeface="+mn-cs"/>
              </a:defRPr>
            </a:lvl2pPr>
            <a:lvl3pPr marL="804863" indent="-133350" algn="l" defTabSz="914400"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3pPr>
            <a:lvl4pPr marL="1155700" indent="-128588"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4pPr>
            <a:lvl5pPr marL="1470025" indent="-133350"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latin typeface="Aptos" panose="020B0004020202020204" pitchFamily="34" charset="0"/>
              </a:rPr>
              <a:t>TTR needs to be improved.</a:t>
            </a:r>
          </a:p>
          <a:p>
            <a:r>
              <a:rPr lang="en-US" sz="1800" b="1" dirty="0">
                <a:latin typeface="Aptos" panose="020B0004020202020204" pitchFamily="34" charset="0"/>
              </a:rPr>
              <a:t>CDS - 21 month: </a:t>
            </a:r>
            <a:r>
              <a:rPr lang="en-US" sz="1800" dirty="0">
                <a:latin typeface="Aptos" panose="020B0004020202020204" pitchFamily="34" charset="0"/>
              </a:rPr>
              <a:t>“</a:t>
            </a:r>
            <a:r>
              <a:rPr lang="en-US" sz="1800" i="1" dirty="0">
                <a:latin typeface="Aptos" panose="020B0004020202020204" pitchFamily="34" charset="0"/>
              </a:rPr>
              <a:t>you like that word. belly </a:t>
            </a:r>
            <a:r>
              <a:rPr lang="en-US" sz="1800" i="1" dirty="0" err="1">
                <a:latin typeface="Aptos" panose="020B0004020202020204" pitchFamily="34" charset="0"/>
              </a:rPr>
              <a:t>belly</a:t>
            </a:r>
            <a:r>
              <a:rPr lang="en-US" sz="1800" i="1" dirty="0">
                <a:latin typeface="Aptos" panose="020B0004020202020204" pitchFamily="34" charset="0"/>
              </a:rPr>
              <a:t>. what's that. no that's not Daddy. what is it. that's a squirrel and what is the squirrel eating. that's right. cherries. Eric likes cherries too. I'm going to spray the room in a second. what. yes rabbit.”</a:t>
            </a:r>
          </a:p>
          <a:p>
            <a:pPr algn="just"/>
            <a:r>
              <a:rPr lang="en-US" sz="1800" b="1" dirty="0">
                <a:latin typeface="Aptos" panose="020B0004020202020204" pitchFamily="34" charset="0"/>
              </a:rPr>
              <a:t>GCDS - 21 month: “</a:t>
            </a:r>
            <a:r>
              <a:rPr lang="en-US" sz="1800" i="1" dirty="0">
                <a:latin typeface="Aptos" panose="020B0004020202020204" pitchFamily="34" charset="0"/>
              </a:rPr>
              <a:t>she can jump though. </a:t>
            </a:r>
            <a:r>
              <a:rPr lang="en-US" sz="1800" i="1" dirty="0" err="1">
                <a:latin typeface="Aptos" panose="020B0004020202020204" pitchFamily="34" charset="0"/>
              </a:rPr>
              <a:t>i'll</a:t>
            </a:r>
            <a:r>
              <a:rPr lang="en-US" sz="1800" i="1" dirty="0">
                <a:latin typeface="Aptos" panose="020B0004020202020204" pitchFamily="34" charset="0"/>
              </a:rPr>
              <a:t> leave it. alright where's her girl. you say hi. she's sitting in my lap </a:t>
            </a:r>
            <a:r>
              <a:rPr lang="en-US" sz="1800" i="1" dirty="0" err="1">
                <a:latin typeface="Aptos" panose="020B0004020202020204" pitchFamily="34" charset="0"/>
              </a:rPr>
              <a:t>i</a:t>
            </a:r>
            <a:r>
              <a:rPr lang="en-US" sz="1800" i="1" dirty="0">
                <a:latin typeface="Aptos" panose="020B0004020202020204" pitchFamily="34" charset="0"/>
              </a:rPr>
              <a:t> have to draw something else now. alright. she's sitting on the slide. okay we'll put all this stuff away. oh </a:t>
            </a:r>
            <a:r>
              <a:rPr lang="en-US" sz="1800" i="1" dirty="0" err="1">
                <a:latin typeface="Aptos" panose="020B0004020202020204" pitchFamily="34" charset="0"/>
              </a:rPr>
              <a:t>oh</a:t>
            </a:r>
            <a:r>
              <a:rPr lang="en-US" sz="1800" i="1" dirty="0">
                <a:latin typeface="Aptos" panose="020B0004020202020204" pitchFamily="34" charset="0"/>
              </a:rPr>
              <a:t>. look. there it is. you have to wash your hair because you're so funny. who are you. wait a minute let's put all these toys away. thank you. </a:t>
            </a:r>
            <a:r>
              <a:rPr lang="en-US" sz="1800" i="1" dirty="0" err="1">
                <a:latin typeface="Aptos" panose="020B0004020202020204" pitchFamily="34" charset="0"/>
              </a:rPr>
              <a:t>whats</a:t>
            </a:r>
            <a:r>
              <a:rPr lang="en-US" sz="1800" i="1" dirty="0">
                <a:latin typeface="Aptos" panose="020B0004020202020204" pitchFamily="34" charset="0"/>
              </a:rPr>
              <a:t> this.”</a:t>
            </a:r>
          </a:p>
          <a:p>
            <a:pPr marL="0" indent="0">
              <a:buFont typeface="Arial" panose="020B0604020202020204" pitchFamily="34" charset="0"/>
              <a:buNone/>
            </a:pPr>
            <a:endParaRPr lang="en-US" sz="1800" b="1" dirty="0">
              <a:latin typeface="Aptos" panose="020B0004020202020204" pitchFamily="34" charset="0"/>
            </a:endParaRPr>
          </a:p>
          <a:p>
            <a:endParaRPr lang="en-US" sz="2800" dirty="0">
              <a:latin typeface="Aptos" panose="020B0004020202020204" pitchFamily="34" charset="0"/>
            </a:endParaRPr>
          </a:p>
        </p:txBody>
      </p:sp>
    </p:spTree>
    <p:extLst>
      <p:ext uri="{BB962C8B-B14F-4D97-AF65-F5344CB8AC3E}">
        <p14:creationId xmlns:p14="http://schemas.microsoft.com/office/powerpoint/2010/main" val="3351974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AAE6C-8C22-A257-EF37-35485C3B4FF7}"/>
            </a:ext>
          </a:extLst>
        </p:cNvPr>
        <p:cNvGrpSpPr/>
        <p:nvPr/>
      </p:nvGrpSpPr>
      <p:grpSpPr>
        <a:xfrm>
          <a:off x="0" y="0"/>
          <a:ext cx="0" cy="0"/>
          <a:chOff x="0" y="0"/>
          <a:chExt cx="0" cy="0"/>
        </a:xfrm>
      </p:grpSpPr>
      <p:pic>
        <p:nvPicPr>
          <p:cNvPr id="7" name="Content Placeholder 13" descr="A group of graphs showing different types of function&#10;&#10;AI-generated content may be incorrect.">
            <a:extLst>
              <a:ext uri="{FF2B5EF4-FFF2-40B4-BE49-F238E27FC236}">
                <a16:creationId xmlns:a16="http://schemas.microsoft.com/office/drawing/2014/main" id="{A4F05529-BA8C-BA74-AB72-842C67EF9EC7}"/>
              </a:ext>
            </a:extLst>
          </p:cNvPr>
          <p:cNvPicPr>
            <a:picLocks noGrp="1" noChangeAspect="1"/>
          </p:cNvPicPr>
          <p:nvPr>
            <p:ph idx="1"/>
          </p:nvPr>
        </p:nvPicPr>
        <p:blipFill>
          <a:blip r:embed="rId3"/>
          <a:stretch>
            <a:fillRect/>
          </a:stretch>
        </p:blipFill>
        <p:spPr>
          <a:xfrm>
            <a:off x="4211341" y="1557339"/>
            <a:ext cx="8628635" cy="4161519"/>
          </a:xfrm>
        </p:spPr>
      </p:pic>
      <p:sp>
        <p:nvSpPr>
          <p:cNvPr id="2" name="Title 1">
            <a:extLst>
              <a:ext uri="{FF2B5EF4-FFF2-40B4-BE49-F238E27FC236}">
                <a16:creationId xmlns:a16="http://schemas.microsoft.com/office/drawing/2014/main" id="{A67D2C83-1C2E-04D3-8F73-A98AD1F2CA52}"/>
              </a:ext>
            </a:extLst>
          </p:cNvPr>
          <p:cNvSpPr>
            <a:spLocks noGrp="1"/>
          </p:cNvSpPr>
          <p:nvPr>
            <p:ph type="title"/>
          </p:nvPr>
        </p:nvSpPr>
        <p:spPr/>
        <p:txBody>
          <a:bodyPr/>
          <a:lstStyle/>
          <a:p>
            <a:r>
              <a:rPr lang="en-US" dirty="0">
                <a:latin typeface="Aptos" panose="020B0004020202020204" pitchFamily="34" charset="0"/>
              </a:rPr>
              <a:t>Results – Comparing datasets</a:t>
            </a:r>
            <a:br>
              <a:rPr lang="en-US" sz="4000" b="1" dirty="0">
                <a:latin typeface="Aptos" panose="020B0004020202020204" pitchFamily="34" charset="0"/>
              </a:rPr>
            </a:br>
            <a:endParaRPr lang="en-US" dirty="0">
              <a:latin typeface="Aptos" panose="020B0004020202020204" pitchFamily="34" charset="0"/>
            </a:endParaRPr>
          </a:p>
        </p:txBody>
      </p:sp>
      <p:sp>
        <p:nvSpPr>
          <p:cNvPr id="4" name="Footer Placeholder 3">
            <a:extLst>
              <a:ext uri="{FF2B5EF4-FFF2-40B4-BE49-F238E27FC236}">
                <a16:creationId xmlns:a16="http://schemas.microsoft.com/office/drawing/2014/main" id="{9652E7C4-4D86-1EBC-8BB7-5514B61BB927}"/>
              </a:ext>
            </a:extLst>
          </p:cNvPr>
          <p:cNvSpPr>
            <a:spLocks noGrp="1"/>
          </p:cNvSpPr>
          <p:nvPr>
            <p:ph type="ftr" sz="quarter" idx="3"/>
          </p:nvPr>
        </p:nvSpPr>
        <p:spPr/>
        <p:txBody>
          <a:bodyPr/>
          <a:lstStyle/>
          <a:p>
            <a:endParaRPr lang="en-GB" noProof="0" dirty="0"/>
          </a:p>
        </p:txBody>
      </p:sp>
      <p:sp>
        <p:nvSpPr>
          <p:cNvPr id="5" name="Date Placeholder 4">
            <a:extLst>
              <a:ext uri="{FF2B5EF4-FFF2-40B4-BE49-F238E27FC236}">
                <a16:creationId xmlns:a16="http://schemas.microsoft.com/office/drawing/2014/main" id="{D332F51E-9317-252F-126A-A4032BBB51E8}"/>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9177BBC5-D00B-2A76-5EA0-3AD267BD6C7A}"/>
              </a:ext>
            </a:extLst>
          </p:cNvPr>
          <p:cNvSpPr>
            <a:spLocks noGrp="1"/>
          </p:cNvSpPr>
          <p:nvPr>
            <p:ph type="sldNum" sz="quarter" idx="4"/>
          </p:nvPr>
        </p:nvSpPr>
        <p:spPr/>
        <p:txBody>
          <a:bodyPr/>
          <a:lstStyle/>
          <a:p>
            <a:r>
              <a:rPr lang="en-GB" noProof="0"/>
              <a:t>|  </a:t>
            </a:r>
            <a:fld id="{CDC8994D-33BE-6F4B-918B-78B2D731EB1C}" type="slidenum">
              <a:rPr lang="en-GB" noProof="0" smtClean="0"/>
              <a:pPr/>
              <a:t>16</a:t>
            </a:fld>
            <a:endParaRPr lang="en-GB" noProof="0"/>
          </a:p>
        </p:txBody>
      </p:sp>
      <p:sp>
        <p:nvSpPr>
          <p:cNvPr id="16" name="Content Placeholder 2">
            <a:extLst>
              <a:ext uri="{FF2B5EF4-FFF2-40B4-BE49-F238E27FC236}">
                <a16:creationId xmlns:a16="http://schemas.microsoft.com/office/drawing/2014/main" id="{A7123808-82E6-DA5B-DBFC-FF0A1A9F8D27}"/>
              </a:ext>
            </a:extLst>
          </p:cNvPr>
          <p:cNvSpPr txBox="1">
            <a:spLocks/>
          </p:cNvSpPr>
          <p:nvPr/>
        </p:nvSpPr>
        <p:spPr>
          <a:xfrm>
            <a:off x="410400" y="1557339"/>
            <a:ext cx="4241811" cy="4501296"/>
          </a:xfrm>
          <a:prstGeom prst="rect">
            <a:avLst/>
          </a:prstGeom>
        </p:spPr>
        <p:txBody>
          <a:bodyPr vert="horz" lIns="91440" tIns="45720" rIns="91440" bIns="45720" rtlCol="0">
            <a:noAutofit/>
          </a:bodyPr>
          <a:lstStyle>
            <a:lvl1pPr marL="180975" indent="-180975" algn="l" defTabSz="914400" rtl="0" eaLnBrk="1" latinLnBrk="0" hangingPunct="1">
              <a:lnSpc>
                <a:spcPct val="90000"/>
              </a:lnSpc>
              <a:spcBef>
                <a:spcPts val="1000"/>
              </a:spcBef>
              <a:buFont typeface="Arial" panose="020B0604020202020204" pitchFamily="34" charset="0"/>
              <a:buChar char="•"/>
              <a:tabLst/>
              <a:defRPr sz="3200" kern="1200">
                <a:solidFill>
                  <a:schemeClr val="tx1"/>
                </a:solidFill>
                <a:latin typeface="+mn-lt"/>
                <a:ea typeface="+mn-ea"/>
                <a:cs typeface="+mn-cs"/>
              </a:defRPr>
            </a:lvl1pPr>
            <a:lvl2pPr marL="488950" indent="-174625" algn="l" defTabSz="914400" rtl="0" eaLnBrk="1" latinLnBrk="0" hangingPunct="1">
              <a:lnSpc>
                <a:spcPct val="90000"/>
              </a:lnSpc>
              <a:spcBef>
                <a:spcPts val="500"/>
              </a:spcBef>
              <a:buFont typeface="Arial" panose="020B0604020202020204" pitchFamily="34" charset="0"/>
              <a:buChar char="•"/>
              <a:tabLst/>
              <a:defRPr sz="2800" kern="1200">
                <a:solidFill>
                  <a:schemeClr val="tx1"/>
                </a:solidFill>
                <a:latin typeface="+mn-lt"/>
                <a:ea typeface="+mn-ea"/>
                <a:cs typeface="+mn-cs"/>
              </a:defRPr>
            </a:lvl2pPr>
            <a:lvl3pPr marL="804863" indent="-133350" algn="l" defTabSz="914400"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3pPr>
            <a:lvl4pPr marL="1155700" indent="-128588"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4pPr>
            <a:lvl5pPr marL="1470025" indent="-133350"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latin typeface="Aptos" panose="020B0004020202020204" pitchFamily="34" charset="0"/>
              </a:rPr>
              <a:t>GCBT is age indifferent </a:t>
            </a:r>
          </a:p>
          <a:p>
            <a:r>
              <a:rPr lang="en-US" sz="1800" b="1" dirty="0">
                <a:latin typeface="Aptos" panose="020B0004020202020204" pitchFamily="34" charset="0"/>
              </a:rPr>
              <a:t>CBT:</a:t>
            </a:r>
            <a:r>
              <a:rPr lang="en-US" sz="1800" dirty="0">
                <a:latin typeface="Aptos" panose="020B0004020202020204" pitchFamily="34" charset="0"/>
              </a:rPr>
              <a:t> “</a:t>
            </a:r>
            <a:r>
              <a:rPr lang="en-US" sz="1800" i="1" dirty="0">
                <a:latin typeface="Aptos" panose="020B0004020202020204" pitchFamily="34" charset="0"/>
              </a:rPr>
              <a:t>The king did, and he was most friendly and polite to the fairies. But the queen, though she saw them distinctly, took no notice of them. You see, she did not believe in fairies, nor in her own eyes, when she saw them.”</a:t>
            </a:r>
          </a:p>
          <a:p>
            <a:pPr algn="just"/>
            <a:r>
              <a:rPr lang="en-US" sz="1800" b="1" dirty="0">
                <a:latin typeface="Aptos" panose="020B0004020202020204" pitchFamily="34" charset="0"/>
              </a:rPr>
              <a:t>GCBT - 21 month:</a:t>
            </a:r>
            <a:r>
              <a:rPr lang="en-US" sz="1800" dirty="0">
                <a:latin typeface="Aptos" panose="020B0004020202020204" pitchFamily="34" charset="0"/>
              </a:rPr>
              <a:t> “</a:t>
            </a:r>
            <a:r>
              <a:rPr lang="en-US" sz="1800" i="1" dirty="0">
                <a:latin typeface="Aptos" panose="020B0004020202020204" pitchFamily="34" charset="0"/>
              </a:rPr>
              <a:t>then he opened the door and darted into the little square door. once there had been another man in the body of a great big student lying in safety. there was a great feast there. for today </a:t>
            </a:r>
            <a:r>
              <a:rPr lang="en-US" sz="1800" i="1" dirty="0" err="1">
                <a:latin typeface="Aptos" panose="020B0004020202020204" pitchFamily="34" charset="0"/>
              </a:rPr>
              <a:t>i</a:t>
            </a:r>
            <a:r>
              <a:rPr lang="en-US" sz="1800" i="1" dirty="0">
                <a:latin typeface="Aptos" panose="020B0004020202020204" pitchFamily="34" charset="0"/>
              </a:rPr>
              <a:t> shall be on the door which </a:t>
            </a:r>
            <a:r>
              <a:rPr lang="en-US" sz="1800" i="1" dirty="0" err="1">
                <a:latin typeface="Aptos" panose="020B0004020202020204" pitchFamily="34" charset="0"/>
              </a:rPr>
              <a:t>i</a:t>
            </a:r>
            <a:r>
              <a:rPr lang="en-US" sz="1800" i="1" dirty="0">
                <a:latin typeface="Aptos" panose="020B0004020202020204" pitchFamily="34" charset="0"/>
              </a:rPr>
              <a:t> took for a year, and my new life shall be spared. but everybody seemed anxious to speak now, and he felt very grateful to everyone.”</a:t>
            </a:r>
            <a:endParaRPr lang="en-US" sz="1600" i="1" dirty="0">
              <a:latin typeface="Aptos" panose="020B0004020202020204" pitchFamily="34" charset="0"/>
            </a:endParaRPr>
          </a:p>
          <a:p>
            <a:pPr marL="0" indent="0">
              <a:buFont typeface="Arial" panose="020B0604020202020204" pitchFamily="34" charset="0"/>
              <a:buNone/>
            </a:pPr>
            <a:endParaRPr lang="en-US" sz="1800" b="1" dirty="0">
              <a:latin typeface="Aptos" panose="020B0004020202020204" pitchFamily="34" charset="0"/>
            </a:endParaRPr>
          </a:p>
          <a:p>
            <a:endParaRPr lang="en-US" sz="2400" dirty="0">
              <a:latin typeface="Aptos" panose="020B0004020202020204" pitchFamily="34" charset="0"/>
            </a:endParaRPr>
          </a:p>
        </p:txBody>
      </p:sp>
    </p:spTree>
    <p:extLst>
      <p:ext uri="{BB962C8B-B14F-4D97-AF65-F5344CB8AC3E}">
        <p14:creationId xmlns:p14="http://schemas.microsoft.com/office/powerpoint/2010/main" val="129582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F64B1-7034-DD1C-9364-BAD0F2616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16EC8-848A-AB83-0F5E-8473E2439625}"/>
              </a:ext>
            </a:extLst>
          </p:cNvPr>
          <p:cNvSpPr>
            <a:spLocks noGrp="1"/>
          </p:cNvSpPr>
          <p:nvPr>
            <p:ph type="title"/>
          </p:nvPr>
        </p:nvSpPr>
        <p:spPr/>
        <p:txBody>
          <a:bodyPr/>
          <a:lstStyle/>
          <a:p>
            <a:r>
              <a:rPr lang="en-US" sz="3600" dirty="0">
                <a:latin typeface="Aptos" panose="020B0004020202020204" pitchFamily="34" charset="0"/>
              </a:rPr>
              <a:t>Results - Different training approaches</a:t>
            </a:r>
            <a:br>
              <a:rPr lang="en-US" sz="3600" dirty="0">
                <a:latin typeface="Aptos" panose="020B0004020202020204" pitchFamily="34" charset="0"/>
              </a:rPr>
            </a:br>
            <a:endParaRPr lang="en-US" sz="3600" dirty="0">
              <a:latin typeface="Aptos" panose="020B0004020202020204" pitchFamily="34" charset="0"/>
            </a:endParaRPr>
          </a:p>
        </p:txBody>
      </p:sp>
      <p:sp>
        <p:nvSpPr>
          <p:cNvPr id="4" name="Footer Placeholder 3">
            <a:extLst>
              <a:ext uri="{FF2B5EF4-FFF2-40B4-BE49-F238E27FC236}">
                <a16:creationId xmlns:a16="http://schemas.microsoft.com/office/drawing/2014/main" id="{B983DDE2-AED5-68B6-C92B-AF12B47B0723}"/>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B3A605E4-7779-0184-3A85-6615D1B317C3}"/>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C0C3C340-54E1-DAC0-33FE-981D72A5DD99}"/>
              </a:ext>
            </a:extLst>
          </p:cNvPr>
          <p:cNvSpPr>
            <a:spLocks noGrp="1"/>
          </p:cNvSpPr>
          <p:nvPr>
            <p:ph type="sldNum" sz="quarter" idx="4"/>
          </p:nvPr>
        </p:nvSpPr>
        <p:spPr/>
        <p:txBody>
          <a:bodyPr/>
          <a:lstStyle/>
          <a:p>
            <a:r>
              <a:rPr lang="en-GB" noProof="0"/>
              <a:t>|  </a:t>
            </a:r>
            <a:fld id="{CDC8994D-33BE-6F4B-918B-78B2D731EB1C}" type="slidenum">
              <a:rPr lang="en-GB" noProof="0" smtClean="0"/>
              <a:pPr/>
              <a:t>17</a:t>
            </a:fld>
            <a:endParaRPr lang="en-GB" noProof="0"/>
          </a:p>
        </p:txBody>
      </p:sp>
      <p:pic>
        <p:nvPicPr>
          <p:cNvPr id="10" name="Content Placeholder 9" descr="A group of graphs showing different types of functions&#10;&#10;AI-generated content may be incorrect.">
            <a:extLst>
              <a:ext uri="{FF2B5EF4-FFF2-40B4-BE49-F238E27FC236}">
                <a16:creationId xmlns:a16="http://schemas.microsoft.com/office/drawing/2014/main" id="{B0C2C253-99D4-040D-1FDC-6D66288A053F}"/>
              </a:ext>
            </a:extLst>
          </p:cNvPr>
          <p:cNvPicPr>
            <a:picLocks noGrp="1" noChangeAspect="1"/>
          </p:cNvPicPr>
          <p:nvPr>
            <p:ph idx="1"/>
          </p:nvPr>
        </p:nvPicPr>
        <p:blipFill>
          <a:blip r:embed="rId3"/>
          <a:stretch>
            <a:fillRect/>
          </a:stretch>
        </p:blipFill>
        <p:spPr>
          <a:xfrm>
            <a:off x="737262" y="1548009"/>
            <a:ext cx="10226922" cy="4932360"/>
          </a:xfrm>
        </p:spPr>
      </p:pic>
    </p:spTree>
    <p:extLst>
      <p:ext uri="{BB962C8B-B14F-4D97-AF65-F5344CB8AC3E}">
        <p14:creationId xmlns:p14="http://schemas.microsoft.com/office/powerpoint/2010/main" val="1026774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68A7C-B767-C183-CE52-9B2D613F5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F8D3E-8487-57F1-B152-FAECCF3DC00D}"/>
              </a:ext>
            </a:extLst>
          </p:cNvPr>
          <p:cNvSpPr>
            <a:spLocks noGrp="1"/>
          </p:cNvSpPr>
          <p:nvPr>
            <p:ph type="title"/>
          </p:nvPr>
        </p:nvSpPr>
        <p:spPr>
          <a:xfrm>
            <a:off x="410400" y="911723"/>
            <a:ext cx="11212016" cy="645616"/>
          </a:xfrm>
        </p:spPr>
        <p:txBody>
          <a:bodyPr/>
          <a:lstStyle/>
          <a:p>
            <a:r>
              <a:rPr lang="en-US" sz="3600" dirty="0">
                <a:latin typeface="Aptos" panose="020B0004020202020204" pitchFamily="34" charset="0"/>
              </a:rPr>
              <a:t>Results - Different style conditioning approaches</a:t>
            </a:r>
            <a:br>
              <a:rPr lang="en-US" sz="3600" dirty="0">
                <a:latin typeface="Aptos" panose="020B0004020202020204" pitchFamily="34" charset="0"/>
              </a:rPr>
            </a:br>
            <a:endParaRPr lang="en-US" sz="3600" dirty="0">
              <a:latin typeface="Aptos" panose="020B0004020202020204" pitchFamily="34" charset="0"/>
            </a:endParaRPr>
          </a:p>
        </p:txBody>
      </p:sp>
      <p:sp>
        <p:nvSpPr>
          <p:cNvPr id="5" name="Date Placeholder 4">
            <a:extLst>
              <a:ext uri="{FF2B5EF4-FFF2-40B4-BE49-F238E27FC236}">
                <a16:creationId xmlns:a16="http://schemas.microsoft.com/office/drawing/2014/main" id="{26A711D8-4025-1561-0215-4DFEBC096CD2}"/>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813A2FA4-1F0D-52C9-2F8F-C145C9BEFF57}"/>
              </a:ext>
            </a:extLst>
          </p:cNvPr>
          <p:cNvSpPr>
            <a:spLocks noGrp="1"/>
          </p:cNvSpPr>
          <p:nvPr>
            <p:ph type="sldNum" sz="quarter" idx="4"/>
          </p:nvPr>
        </p:nvSpPr>
        <p:spPr/>
        <p:txBody>
          <a:bodyPr/>
          <a:lstStyle/>
          <a:p>
            <a:r>
              <a:rPr lang="en-GB" noProof="0"/>
              <a:t>|  </a:t>
            </a:r>
            <a:fld id="{CDC8994D-33BE-6F4B-918B-78B2D731EB1C}" type="slidenum">
              <a:rPr lang="en-GB" noProof="0" smtClean="0"/>
              <a:pPr/>
              <a:t>18</a:t>
            </a:fld>
            <a:endParaRPr lang="en-GB" noProof="0"/>
          </a:p>
        </p:txBody>
      </p:sp>
      <p:sp>
        <p:nvSpPr>
          <p:cNvPr id="9" name="Content Placeholder 2">
            <a:extLst>
              <a:ext uri="{FF2B5EF4-FFF2-40B4-BE49-F238E27FC236}">
                <a16:creationId xmlns:a16="http://schemas.microsoft.com/office/drawing/2014/main" id="{6C1CC868-A61F-6C3C-CC0C-FF10D6458035}"/>
              </a:ext>
            </a:extLst>
          </p:cNvPr>
          <p:cNvSpPr txBox="1">
            <a:spLocks/>
          </p:cNvSpPr>
          <p:nvPr/>
        </p:nvSpPr>
        <p:spPr>
          <a:xfrm>
            <a:off x="410400" y="1707297"/>
            <a:ext cx="3503232" cy="4351338"/>
          </a:xfrm>
          <a:prstGeom prst="rect">
            <a:avLst/>
          </a:prstGeom>
        </p:spPr>
        <p:txBody>
          <a:bodyPr vert="horz" lIns="91440" tIns="45720" rIns="91440" bIns="45720" rtlCol="0">
            <a:noAutofit/>
          </a:bodyPr>
          <a:lstStyle>
            <a:lvl1pPr marL="180975" indent="-180975" algn="l" defTabSz="914400" rtl="0" eaLnBrk="1" latinLnBrk="0" hangingPunct="1">
              <a:lnSpc>
                <a:spcPct val="90000"/>
              </a:lnSpc>
              <a:spcBef>
                <a:spcPts val="1000"/>
              </a:spcBef>
              <a:buFont typeface="Arial" panose="020B0604020202020204" pitchFamily="34" charset="0"/>
              <a:buChar char="•"/>
              <a:tabLst/>
              <a:defRPr sz="3200" kern="1200">
                <a:solidFill>
                  <a:schemeClr val="tx1"/>
                </a:solidFill>
                <a:latin typeface="+mn-lt"/>
                <a:ea typeface="+mn-ea"/>
                <a:cs typeface="+mn-cs"/>
              </a:defRPr>
            </a:lvl1pPr>
            <a:lvl2pPr marL="488950" indent="-174625" algn="l" defTabSz="914400" rtl="0" eaLnBrk="1" latinLnBrk="0" hangingPunct="1">
              <a:lnSpc>
                <a:spcPct val="90000"/>
              </a:lnSpc>
              <a:spcBef>
                <a:spcPts val="500"/>
              </a:spcBef>
              <a:buFont typeface="Arial" panose="020B0604020202020204" pitchFamily="34" charset="0"/>
              <a:buChar char="•"/>
              <a:tabLst/>
              <a:defRPr sz="2800" kern="1200">
                <a:solidFill>
                  <a:schemeClr val="tx1"/>
                </a:solidFill>
                <a:latin typeface="+mn-lt"/>
                <a:ea typeface="+mn-ea"/>
                <a:cs typeface="+mn-cs"/>
              </a:defRPr>
            </a:lvl2pPr>
            <a:lvl3pPr marL="804863" indent="-133350" algn="l" defTabSz="914400"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3pPr>
            <a:lvl4pPr marL="1155700" indent="-128588"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4pPr>
            <a:lvl5pPr marL="1470025" indent="-133350" algn="l" defTabSz="914400" rtl="0" eaLnBrk="1" latinLnBrk="0" hangingPunct="1">
              <a:lnSpc>
                <a:spcPct val="90000"/>
              </a:lnSpc>
              <a:spcBef>
                <a:spcPts val="500"/>
              </a:spcBef>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Aptos" panose="020B0004020202020204" pitchFamily="34" charset="0"/>
            </a:endParaRPr>
          </a:p>
        </p:txBody>
      </p:sp>
      <p:pic>
        <p:nvPicPr>
          <p:cNvPr id="16" name="Content Placeholder 15" descr="A group of graphs showing different types of function&#10;&#10;AI-generated content may be incorrect.">
            <a:extLst>
              <a:ext uri="{FF2B5EF4-FFF2-40B4-BE49-F238E27FC236}">
                <a16:creationId xmlns:a16="http://schemas.microsoft.com/office/drawing/2014/main" id="{E6E78F86-0D73-645D-FAD9-A27BB2BC3994}"/>
              </a:ext>
            </a:extLst>
          </p:cNvPr>
          <p:cNvPicPr>
            <a:picLocks noGrp="1" noChangeAspect="1"/>
          </p:cNvPicPr>
          <p:nvPr>
            <p:ph idx="1"/>
          </p:nvPr>
        </p:nvPicPr>
        <p:blipFill>
          <a:blip r:embed="rId3"/>
          <a:stretch>
            <a:fillRect/>
          </a:stretch>
        </p:blipFill>
        <p:spPr>
          <a:xfrm>
            <a:off x="762980" y="1613118"/>
            <a:ext cx="10111271" cy="4876582"/>
          </a:xfrm>
        </p:spPr>
      </p:pic>
    </p:spTree>
    <p:extLst>
      <p:ext uri="{BB962C8B-B14F-4D97-AF65-F5344CB8AC3E}">
        <p14:creationId xmlns:p14="http://schemas.microsoft.com/office/powerpoint/2010/main" val="87263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8E7F4-A18D-E242-F852-476E5C23B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3DFD5-26F9-9619-C8B9-0992F12982B3}"/>
              </a:ext>
            </a:extLst>
          </p:cNvPr>
          <p:cNvSpPr>
            <a:spLocks noGrp="1"/>
          </p:cNvSpPr>
          <p:nvPr>
            <p:ph type="title"/>
          </p:nvPr>
        </p:nvSpPr>
        <p:spPr/>
        <p:txBody>
          <a:bodyPr/>
          <a:lstStyle/>
          <a:p>
            <a:r>
              <a:rPr lang="en-US" dirty="0">
                <a:latin typeface="Aptos" panose="020B0004020202020204" pitchFamily="34" charset="0"/>
              </a:rPr>
              <a:t>Summary of the results</a:t>
            </a:r>
          </a:p>
        </p:txBody>
      </p:sp>
      <p:sp>
        <p:nvSpPr>
          <p:cNvPr id="4" name="Footer Placeholder 3">
            <a:extLst>
              <a:ext uri="{FF2B5EF4-FFF2-40B4-BE49-F238E27FC236}">
                <a16:creationId xmlns:a16="http://schemas.microsoft.com/office/drawing/2014/main" id="{33DC79B5-0E61-6866-D522-3D09DDA3B066}"/>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156A63D3-7394-7340-17A3-A867D1ABBF86}"/>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0E08E841-7A8E-DDDD-ED98-DBFFB3697D46}"/>
              </a:ext>
            </a:extLst>
          </p:cNvPr>
          <p:cNvSpPr>
            <a:spLocks noGrp="1"/>
          </p:cNvSpPr>
          <p:nvPr>
            <p:ph type="sldNum" sz="quarter" idx="4"/>
          </p:nvPr>
        </p:nvSpPr>
        <p:spPr/>
        <p:txBody>
          <a:bodyPr/>
          <a:lstStyle/>
          <a:p>
            <a:r>
              <a:rPr lang="en-GB" noProof="0"/>
              <a:t>|  </a:t>
            </a:r>
            <a:fld id="{CDC8994D-33BE-6F4B-918B-78B2D731EB1C}" type="slidenum">
              <a:rPr lang="en-GB" noProof="0" smtClean="0"/>
              <a:pPr/>
              <a:t>19</a:t>
            </a:fld>
            <a:endParaRPr lang="en-GB" noProof="0"/>
          </a:p>
        </p:txBody>
      </p:sp>
      <p:sp>
        <p:nvSpPr>
          <p:cNvPr id="11" name="Content Placeholder 10">
            <a:extLst>
              <a:ext uri="{FF2B5EF4-FFF2-40B4-BE49-F238E27FC236}">
                <a16:creationId xmlns:a16="http://schemas.microsoft.com/office/drawing/2014/main" id="{C104A584-0BBB-F603-DA2C-9109D38A2483}"/>
              </a:ext>
            </a:extLst>
          </p:cNvPr>
          <p:cNvSpPr>
            <a:spLocks noGrp="1"/>
          </p:cNvSpPr>
          <p:nvPr>
            <p:ph idx="1"/>
          </p:nvPr>
        </p:nvSpPr>
        <p:spPr>
          <a:xfrm>
            <a:off x="410400" y="2129741"/>
            <a:ext cx="11098428" cy="3928893"/>
          </a:xfrm>
        </p:spPr>
        <p:txBody>
          <a:bodyPr/>
          <a:lstStyle/>
          <a:p>
            <a:pPr>
              <a:lnSpc>
                <a:spcPct val="150000"/>
              </a:lnSpc>
            </a:pPr>
            <a:r>
              <a:rPr lang="en-US" sz="2000" dirty="0"/>
              <a:t>Catastrophic forgetting in training first on one dataset and then on the other one</a:t>
            </a:r>
          </a:p>
          <a:p>
            <a:pPr>
              <a:lnSpc>
                <a:spcPct val="150000"/>
              </a:lnSpc>
            </a:pPr>
            <a:r>
              <a:rPr lang="en-US" sz="2000" dirty="0"/>
              <a:t>Cannot perform style-specific text generation with naïve joint training with both datasets</a:t>
            </a:r>
          </a:p>
          <a:p>
            <a:pPr>
              <a:lnSpc>
                <a:spcPct val="100000"/>
              </a:lnSpc>
            </a:pPr>
            <a:r>
              <a:rPr lang="en-US" sz="2000" dirty="0"/>
              <a:t>Use of style tokens allows the use of multiple sources of training data with style-specific text generation, also improves lexical diversity of the generated CDS.</a:t>
            </a:r>
          </a:p>
          <a:p>
            <a:pPr>
              <a:lnSpc>
                <a:spcPct val="150000"/>
              </a:lnSpc>
            </a:pPr>
            <a:r>
              <a:rPr lang="en-US" sz="2000" dirty="0"/>
              <a:t>All variants show no signs of overfitting: the generated language contents are new.</a:t>
            </a:r>
          </a:p>
          <a:p>
            <a:pPr>
              <a:lnSpc>
                <a:spcPct val="150000"/>
              </a:lnSpc>
            </a:pPr>
            <a:endParaRPr lang="en-US" sz="2000" dirty="0"/>
          </a:p>
        </p:txBody>
      </p:sp>
    </p:spTree>
    <p:extLst>
      <p:ext uri="{BB962C8B-B14F-4D97-AF65-F5344CB8AC3E}">
        <p14:creationId xmlns:p14="http://schemas.microsoft.com/office/powerpoint/2010/main" val="4257873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3F92-E279-F81E-073D-98CC42A9740D}"/>
              </a:ext>
            </a:extLst>
          </p:cNvPr>
          <p:cNvSpPr>
            <a:spLocks noGrp="1"/>
          </p:cNvSpPr>
          <p:nvPr>
            <p:ph type="title"/>
          </p:nvPr>
        </p:nvSpPr>
        <p:spPr/>
        <p:txBody>
          <a:bodyPr/>
          <a:lstStyle/>
          <a:p>
            <a:r>
              <a:rPr lang="en-US" dirty="0"/>
              <a:t>Further information </a:t>
            </a:r>
          </a:p>
        </p:txBody>
      </p:sp>
      <p:sp>
        <p:nvSpPr>
          <p:cNvPr id="3" name="Content Placeholder 2">
            <a:extLst>
              <a:ext uri="{FF2B5EF4-FFF2-40B4-BE49-F238E27FC236}">
                <a16:creationId xmlns:a16="http://schemas.microsoft.com/office/drawing/2014/main" id="{2ED0DA32-409B-E222-65F7-F2DC9F866E2A}"/>
              </a:ext>
            </a:extLst>
          </p:cNvPr>
          <p:cNvSpPr>
            <a:spLocks noGrp="1"/>
          </p:cNvSpPr>
          <p:nvPr>
            <p:ph idx="1"/>
          </p:nvPr>
        </p:nvSpPr>
        <p:spPr/>
        <p:txBody>
          <a:bodyPr/>
          <a:lstStyle/>
          <a:p>
            <a:pPr marL="0" indent="0">
              <a:buNone/>
            </a:pPr>
            <a:r>
              <a:rPr lang="en-US" dirty="0"/>
              <a:t>For checking out the thesis text and reviewing full result visit here:</a:t>
            </a:r>
          </a:p>
          <a:p>
            <a:pPr marL="0" indent="0">
              <a:buNone/>
            </a:pPr>
            <a:r>
              <a:rPr lang="en-US" dirty="0">
                <a:hlinkClick r:id="rId3"/>
              </a:rPr>
              <a:t>https://trepo.tuni.fi/handle/10024/231681</a:t>
            </a:r>
            <a:endParaRPr lang="en-US" dirty="0"/>
          </a:p>
          <a:p>
            <a:pPr marL="0" indent="0">
              <a:buNone/>
            </a:pPr>
            <a:endParaRPr lang="en-US" dirty="0"/>
          </a:p>
          <a:p>
            <a:pPr marL="0" indent="0">
              <a:buNone/>
            </a:pPr>
            <a:r>
              <a:rPr lang="en-US" dirty="0"/>
              <a:t>For contacting me if you have any questions reach here:</a:t>
            </a:r>
          </a:p>
          <a:p>
            <a:pPr marL="0" indent="0">
              <a:buNone/>
            </a:pPr>
            <a:r>
              <a:rPr lang="en-US" dirty="0"/>
              <a:t>shahmoradi.mina@gmail.com</a:t>
            </a:r>
          </a:p>
        </p:txBody>
      </p:sp>
      <p:sp>
        <p:nvSpPr>
          <p:cNvPr id="4" name="Footer Placeholder 3">
            <a:extLst>
              <a:ext uri="{FF2B5EF4-FFF2-40B4-BE49-F238E27FC236}">
                <a16:creationId xmlns:a16="http://schemas.microsoft.com/office/drawing/2014/main" id="{72A238BE-D06D-A247-59AE-90941699F795}"/>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B6743812-0C91-32FB-FFF5-2A76ED466AEB}"/>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5B5A5481-9E5D-2D3F-D240-0F3ADD39AC65}"/>
              </a:ext>
            </a:extLst>
          </p:cNvPr>
          <p:cNvSpPr>
            <a:spLocks noGrp="1"/>
          </p:cNvSpPr>
          <p:nvPr>
            <p:ph type="sldNum" sz="quarter" idx="4"/>
          </p:nvPr>
        </p:nvSpPr>
        <p:spPr/>
        <p:txBody>
          <a:bodyPr/>
          <a:lstStyle/>
          <a:p>
            <a:r>
              <a:rPr lang="en-GB" noProof="0"/>
              <a:t>|  </a:t>
            </a:r>
            <a:fld id="{CDC8994D-33BE-6F4B-918B-78B2D731EB1C}" type="slidenum">
              <a:rPr lang="en-GB" noProof="0" smtClean="0"/>
              <a:pPr/>
              <a:t>20</a:t>
            </a:fld>
            <a:endParaRPr lang="en-GB" noProof="0"/>
          </a:p>
        </p:txBody>
      </p:sp>
    </p:spTree>
    <p:extLst>
      <p:ext uri="{BB962C8B-B14F-4D97-AF65-F5344CB8AC3E}">
        <p14:creationId xmlns:p14="http://schemas.microsoft.com/office/powerpoint/2010/main" val="2877229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E0CB2-1C2F-452C-71B0-CB3A7DC5B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BBED5-33F5-C599-2E7F-1231C9C31984}"/>
              </a:ext>
            </a:extLst>
          </p:cNvPr>
          <p:cNvSpPr>
            <a:spLocks noGrp="1"/>
          </p:cNvSpPr>
          <p:nvPr>
            <p:ph type="title"/>
          </p:nvPr>
        </p:nvSpPr>
        <p:spPr/>
        <p:txBody>
          <a:bodyPr/>
          <a:lstStyle/>
          <a:p>
            <a:r>
              <a:rPr lang="en-US" dirty="0">
                <a:latin typeface="Aptos" panose="020B0004020202020204" pitchFamily="34" charset="0"/>
              </a:rPr>
              <a:t>References</a:t>
            </a:r>
          </a:p>
        </p:txBody>
      </p:sp>
      <p:sp>
        <p:nvSpPr>
          <p:cNvPr id="3" name="Content Placeholder 2">
            <a:extLst>
              <a:ext uri="{FF2B5EF4-FFF2-40B4-BE49-F238E27FC236}">
                <a16:creationId xmlns:a16="http://schemas.microsoft.com/office/drawing/2014/main" id="{2FAB5238-CB35-33EB-7DA1-A91B915A165C}"/>
              </a:ext>
            </a:extLst>
          </p:cNvPr>
          <p:cNvSpPr>
            <a:spLocks noGrp="1"/>
          </p:cNvSpPr>
          <p:nvPr>
            <p:ph idx="1"/>
          </p:nvPr>
        </p:nvSpPr>
        <p:spPr/>
        <p:txBody>
          <a:bodyPr/>
          <a:lstStyle/>
          <a:p>
            <a:r>
              <a:rPr lang="en-US" sz="1200" dirty="0"/>
              <a:t> Räsänen, O., &amp; </a:t>
            </a:r>
            <a:r>
              <a:rPr lang="en-US" sz="1200" dirty="0" err="1"/>
              <a:t>Kocharov</a:t>
            </a:r>
            <a:r>
              <a:rPr lang="en-US" sz="1200" dirty="0"/>
              <a:t>, D. (2024). Age-dependent analysis and stochastic generation of child-directed speech. 45th Annual Meeting of the Cognitive Science Society (CogSci-2024). Cognitive Science Society.</a:t>
            </a:r>
            <a:r>
              <a:rPr lang="en-US" sz="1200" dirty="0">
                <a:hlinkClick r:id="rId2" action="ppaction://hlinksldjump"/>
              </a:rPr>
              <a:t> [1]</a:t>
            </a:r>
            <a:endParaRPr lang="en-US" sz="1200" dirty="0"/>
          </a:p>
          <a:p>
            <a:r>
              <a:rPr lang="en-US" sz="1200" dirty="0"/>
              <a:t> Huebner, P. A., Willits, J. A., </a:t>
            </a:r>
            <a:r>
              <a:rPr lang="en-US" sz="1200" dirty="0" err="1"/>
              <a:t>Federmeier</a:t>
            </a:r>
            <a:r>
              <a:rPr lang="en-US" sz="1200" dirty="0"/>
              <a:t>, K. D., &amp; Sahakyan, L. (2021). Using lexical context to discover the noun category: Younger children have it easier. In J. Ross (Ed.), The psychology of learning and motivation (Vol. 75, pp. 279–331). Elsevier. </a:t>
            </a:r>
            <a:r>
              <a:rPr lang="en-US" sz="1200" dirty="0">
                <a:hlinkClick r:id="rId3" action="ppaction://hlinksldjump"/>
              </a:rPr>
              <a:t>[2]</a:t>
            </a:r>
            <a:endParaRPr lang="en-US" sz="1200" dirty="0"/>
          </a:p>
          <a:p>
            <a:r>
              <a:rPr lang="en-US" sz="1200" dirty="0"/>
              <a:t> Project Gutenberg (2018, July 12), </a:t>
            </a:r>
            <a:r>
              <a:rPr lang="en-US" sz="1200" dirty="0">
                <a:hlinkClick r:id="rId4"/>
              </a:rPr>
              <a:t>https://www.gutenberg.org</a:t>
            </a:r>
            <a:r>
              <a:rPr lang="en-US" sz="1200" dirty="0"/>
              <a:t> </a:t>
            </a:r>
            <a:r>
              <a:rPr lang="en-US" sz="1200" dirty="0">
                <a:hlinkClick r:id="rId3" action="ppaction://hlinksldjump"/>
              </a:rPr>
              <a:t>[3]</a:t>
            </a:r>
            <a:endParaRPr lang="en-US" sz="1200" dirty="0"/>
          </a:p>
          <a:p>
            <a:r>
              <a:rPr lang="en-US" sz="1200" dirty="0"/>
              <a:t> Devlin, J., Chang, M.-W., Lee, K., &amp; Toutanova, K. (2019). BERT: Pre-training of deep bidirectional transformers for language understanding. </a:t>
            </a:r>
            <a:r>
              <a:rPr lang="en-US" sz="1200" dirty="0" err="1"/>
              <a:t>arXiv</a:t>
            </a:r>
            <a:r>
              <a:rPr lang="en-US" sz="1200" dirty="0"/>
              <a:t> preprint arXiv:1810.04805. </a:t>
            </a:r>
            <a:r>
              <a:rPr lang="en-US" sz="1200" dirty="0">
                <a:hlinkClick r:id="rId5" action="ppaction://hlinksldjump"/>
              </a:rPr>
              <a:t>[4]</a:t>
            </a:r>
            <a:endParaRPr lang="en-US" sz="1200" dirty="0"/>
          </a:p>
          <a:p>
            <a:r>
              <a:rPr lang="en-US" sz="1200" dirty="0"/>
              <a:t>Vaswani, A., </a:t>
            </a:r>
            <a:r>
              <a:rPr lang="en-US" sz="1200" dirty="0" err="1"/>
              <a:t>Shazeer</a:t>
            </a:r>
            <a:r>
              <a:rPr lang="en-US" sz="1200" dirty="0"/>
              <a:t>, N., Parmar, N., </a:t>
            </a:r>
            <a:r>
              <a:rPr lang="en-US" sz="1200" dirty="0" err="1"/>
              <a:t>Uszkoreit</a:t>
            </a:r>
            <a:r>
              <a:rPr lang="en-US" sz="1200" dirty="0"/>
              <a:t>, J., Jones, L., Gomez, A. N., Kaiser, Ł., &amp; </a:t>
            </a:r>
            <a:r>
              <a:rPr lang="en-US" sz="1200" dirty="0" err="1"/>
              <a:t>Polosukhin</a:t>
            </a:r>
            <a:r>
              <a:rPr lang="en-US" sz="1200" dirty="0"/>
              <a:t>, I. (2017). Attention is all you need. In Advances in Neural Information Processing Systems (Vol. 30). Curran Associates, Inc. </a:t>
            </a:r>
            <a:r>
              <a:rPr lang="en-US" sz="1200" dirty="0">
                <a:hlinkClick r:id="rId6" action="ppaction://hlinksldjump"/>
              </a:rPr>
              <a:t>[5]</a:t>
            </a:r>
            <a:endParaRPr lang="en-US" sz="1200" dirty="0"/>
          </a:p>
          <a:p>
            <a:r>
              <a:rPr lang="en-US" sz="1200" dirty="0"/>
              <a:t> McCarthy, P., &amp; Jarvis, S. (2007). </a:t>
            </a:r>
            <a:r>
              <a:rPr lang="en-US" sz="1200" dirty="0" err="1"/>
              <a:t>vocd</a:t>
            </a:r>
            <a:r>
              <a:rPr lang="en-US" sz="1200" dirty="0"/>
              <a:t>: A theoretical and empirical evaluation. Language Testing, 24(4), 459–488. </a:t>
            </a:r>
            <a:r>
              <a:rPr lang="en-US" sz="1200" dirty="0">
                <a:hlinkClick r:id="rId7" action="ppaction://hlinksldjump"/>
              </a:rPr>
              <a:t>[6]</a:t>
            </a:r>
            <a:endParaRPr lang="en-US" sz="1200" dirty="0"/>
          </a:p>
          <a:p>
            <a:r>
              <a:rPr lang="en-US" sz="1200" dirty="0"/>
              <a:t> Jelinek, F., Mercer, R. L., Bahl, L. R., &amp; Baker, J. K. (1977). Perplexity—a measure of the difficulty of speech recognition tasks. The Journal of the Acoustical Society of America, 62. </a:t>
            </a:r>
            <a:r>
              <a:rPr lang="en-US" sz="1200" dirty="0">
                <a:hlinkClick r:id="rId7" action="ppaction://hlinksldjump"/>
              </a:rPr>
              <a:t>[7]</a:t>
            </a:r>
            <a:endParaRPr lang="en-US" sz="1200" dirty="0"/>
          </a:p>
          <a:p>
            <a:endParaRPr lang="en-US" sz="2000" dirty="0">
              <a:latin typeface="Aptos" panose="020B0004020202020204" pitchFamily="34" charset="0"/>
            </a:endParaRPr>
          </a:p>
        </p:txBody>
      </p:sp>
      <p:sp>
        <p:nvSpPr>
          <p:cNvPr id="4" name="Footer Placeholder 3">
            <a:extLst>
              <a:ext uri="{FF2B5EF4-FFF2-40B4-BE49-F238E27FC236}">
                <a16:creationId xmlns:a16="http://schemas.microsoft.com/office/drawing/2014/main" id="{D1279A0F-48CA-3032-5442-63053A2E72EA}"/>
              </a:ext>
            </a:extLst>
          </p:cNvPr>
          <p:cNvSpPr>
            <a:spLocks noGrp="1"/>
          </p:cNvSpPr>
          <p:nvPr>
            <p:ph type="ftr" sz="quarter" idx="3"/>
          </p:nvPr>
        </p:nvSpPr>
        <p:spPr/>
        <p:txBody>
          <a:bodyPr/>
          <a:lstStyle/>
          <a:p>
            <a:endParaRPr lang="en-GB" noProof="0"/>
          </a:p>
        </p:txBody>
      </p:sp>
      <p:sp>
        <p:nvSpPr>
          <p:cNvPr id="5" name="Date Placeholder 4">
            <a:extLst>
              <a:ext uri="{FF2B5EF4-FFF2-40B4-BE49-F238E27FC236}">
                <a16:creationId xmlns:a16="http://schemas.microsoft.com/office/drawing/2014/main" id="{7125E6D7-7394-D5EF-254E-69334CA31B1B}"/>
              </a:ext>
            </a:extLst>
          </p:cNvPr>
          <p:cNvSpPr>
            <a:spLocks noGrp="1"/>
          </p:cNvSpPr>
          <p:nvPr>
            <p:ph type="dt" sz="half" idx="2"/>
          </p:nvPr>
        </p:nvSpPr>
        <p:spPr/>
        <p:txBody>
          <a:bodyPr/>
          <a:lstStyle/>
          <a:p>
            <a:fld id="{A90DC808-9B4F-47F6-816E-B4DD926C39FF}" type="datetime1">
              <a:rPr lang="en-GB" noProof="0" smtClean="0"/>
              <a:pPr/>
              <a:t>28/01/2026</a:t>
            </a:fld>
            <a:endParaRPr lang="en-GB" noProof="0"/>
          </a:p>
        </p:txBody>
      </p:sp>
      <p:sp>
        <p:nvSpPr>
          <p:cNvPr id="6" name="Slide Number Placeholder 5">
            <a:extLst>
              <a:ext uri="{FF2B5EF4-FFF2-40B4-BE49-F238E27FC236}">
                <a16:creationId xmlns:a16="http://schemas.microsoft.com/office/drawing/2014/main" id="{5212B5AA-205C-3A4F-35F1-CE6A2D6C7C42}"/>
              </a:ext>
            </a:extLst>
          </p:cNvPr>
          <p:cNvSpPr>
            <a:spLocks noGrp="1"/>
          </p:cNvSpPr>
          <p:nvPr>
            <p:ph type="sldNum" sz="quarter" idx="4"/>
          </p:nvPr>
        </p:nvSpPr>
        <p:spPr/>
        <p:txBody>
          <a:bodyPr/>
          <a:lstStyle/>
          <a:p>
            <a:r>
              <a:rPr lang="en-GB" noProof="0"/>
              <a:t>|  </a:t>
            </a:r>
            <a:fld id="{CDC8994D-33BE-6F4B-918B-78B2D731EB1C}" type="slidenum">
              <a:rPr lang="en-GB" noProof="0" smtClean="0"/>
              <a:pPr/>
              <a:t>21</a:t>
            </a:fld>
            <a:endParaRPr lang="en-GB" noProof="0"/>
          </a:p>
        </p:txBody>
      </p:sp>
    </p:spTree>
    <p:extLst>
      <p:ext uri="{BB962C8B-B14F-4D97-AF65-F5344CB8AC3E}">
        <p14:creationId xmlns:p14="http://schemas.microsoft.com/office/powerpoint/2010/main" val="2543805096"/>
      </p:ext>
    </p:extLst>
  </p:cSld>
  <p:clrMapOvr>
    <a:masterClrMapping/>
  </p:clrMapOvr>
</p:sld>
</file>

<file path=ppt/theme/theme1.xml><?xml version="1.0" encoding="utf-8"?>
<a:theme xmlns:a="http://schemas.openxmlformats.org/drawingml/2006/main" name="TUNI Theme">
  <a:themeElements>
    <a:clrScheme name="TUNI-teema-pp">
      <a:dk1>
        <a:srgbClr val="000000"/>
      </a:dk1>
      <a:lt1>
        <a:srgbClr val="FFFFFF"/>
      </a:lt1>
      <a:dk2>
        <a:srgbClr val="4E008E"/>
      </a:dk2>
      <a:lt2>
        <a:srgbClr val="FFFFFF"/>
      </a:lt2>
      <a:accent1>
        <a:srgbClr val="4E008E"/>
      </a:accent1>
      <a:accent2>
        <a:srgbClr val="38B399"/>
      </a:accent2>
      <a:accent3>
        <a:srgbClr val="FFE349"/>
      </a:accent3>
      <a:accent4>
        <a:srgbClr val="CF286F"/>
      </a:accent4>
      <a:accent5>
        <a:srgbClr val="000000"/>
      </a:accent5>
      <a:accent6>
        <a:srgbClr val="79C0EB"/>
      </a:accent6>
      <a:hlink>
        <a:srgbClr val="0041BE"/>
      </a:hlink>
      <a:folHlink>
        <a:srgbClr val="CF286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NI template EN.pptx" id="{945164A5-4C46-4B46-942A-AA762E35CF1D}" vid="{34BD5BC4-5B6C-4CAF-82F0-6186E5F238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4814fa1-1a0b-42d1-967a-caddbf829325}" enabled="1" method="Standard" siteId="{fa6944af-cc7c-4cd8-9154-c01132798910}" contentBits="1" removed="0"/>
</clbl:labelList>
</file>

<file path=docProps/app.xml><?xml version="1.0" encoding="utf-8"?>
<Properties xmlns="http://schemas.openxmlformats.org/officeDocument/2006/extended-properties" xmlns:vt="http://schemas.openxmlformats.org/officeDocument/2006/docPropsVTypes">
  <Template>TUNI template EN</Template>
  <TotalTime>13838</TotalTime>
  <Words>2017</Words>
  <Application>Microsoft Office PowerPoint</Application>
  <PresentationFormat>Widescreen</PresentationFormat>
  <Paragraphs>340</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Calibri</vt:lpstr>
      <vt:lpstr>TUNI Theme</vt:lpstr>
      <vt:lpstr>Improving lexical diversity of domain-specific automatic text generation with out-of-domain training data and style conditioning</vt:lpstr>
      <vt:lpstr>Table of content</vt:lpstr>
      <vt:lpstr>Basis of the thesis</vt:lpstr>
      <vt:lpstr>Research Questions</vt:lpstr>
      <vt:lpstr>Pipeline - Data</vt:lpstr>
      <vt:lpstr>Pipeline - Tokenizer</vt:lpstr>
      <vt:lpstr>Pipeline – Language model</vt:lpstr>
      <vt:lpstr>Pipeline – Text generation</vt:lpstr>
      <vt:lpstr>Pipeline – Analysis of results</vt:lpstr>
      <vt:lpstr>Pipeline overview</vt:lpstr>
      <vt:lpstr>Pipeline – Incorporating style conditioning  </vt:lpstr>
      <vt:lpstr>Pipeline – Incorporating style conditioning  </vt:lpstr>
      <vt:lpstr>Pipeline – Incorporating style conditioning  </vt:lpstr>
      <vt:lpstr>Pipeline – Incorporating style conditioning  </vt:lpstr>
      <vt:lpstr>Results – Comparing datasets CDS VS GCDS </vt:lpstr>
      <vt:lpstr>Results – Comparing datasets </vt:lpstr>
      <vt:lpstr>Results - Different training approaches </vt:lpstr>
      <vt:lpstr>Results - Different style conditioning approaches </vt:lpstr>
      <vt:lpstr>Summary of the results</vt:lpstr>
      <vt:lpstr>Further information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Mina Shahmoradi</cp:lastModifiedBy>
  <cp:revision>335</cp:revision>
  <dcterms:created xsi:type="dcterms:W3CDTF">2020-12-01T13:49:32Z</dcterms:created>
  <dcterms:modified xsi:type="dcterms:W3CDTF">2026-01-28T15:53:24Z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TUNI Theme:7</vt:lpwstr>
  </property>
  <property fmtid="{D5CDD505-2E9C-101B-9397-08002B2CF9AE}" pid="3" name="ClassificationContentMarkingHeaderText">
    <vt:lpwstr>TUNI Luottamuksellinen - Confidential (3Y)</vt:lpwstr>
  </property>
</Properties>
</file>